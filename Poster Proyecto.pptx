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11300" cy="20104100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4660"/>
  </p:normalViewPr>
  <p:slideViewPr>
    <p:cSldViewPr>
      <p:cViewPr>
        <p:scale>
          <a:sx n="75" d="100"/>
          <a:sy n="75" d="100"/>
        </p:scale>
        <p:origin x="1812" y="-12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323" y="6232271"/>
            <a:ext cx="1208500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2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2647" y="11258296"/>
            <a:ext cx="995235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882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2089" y="4623943"/>
            <a:ext cx="6184678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5819" y="6792236"/>
            <a:ext cx="4724400" cy="525145"/>
          </a:xfrm>
          <a:custGeom>
            <a:avLst/>
            <a:gdLst/>
            <a:ahLst/>
            <a:cxnLst/>
            <a:rect l="l" t="t" r="r" b="b"/>
            <a:pathLst>
              <a:path w="4724400" h="525145">
                <a:moveTo>
                  <a:pt x="4461587" y="524988"/>
                </a:moveTo>
                <a:lnTo>
                  <a:pt x="262494" y="524988"/>
                </a:lnTo>
                <a:lnTo>
                  <a:pt x="211044" y="519897"/>
                </a:lnTo>
                <a:lnTo>
                  <a:pt x="162041" y="505006"/>
                </a:lnTo>
                <a:lnTo>
                  <a:pt x="116862" y="480886"/>
                </a:lnTo>
                <a:lnTo>
                  <a:pt x="76882" y="448105"/>
                </a:lnTo>
                <a:lnTo>
                  <a:pt x="44102" y="408126"/>
                </a:lnTo>
                <a:lnTo>
                  <a:pt x="19981" y="362946"/>
                </a:lnTo>
                <a:lnTo>
                  <a:pt x="5090" y="313943"/>
                </a:lnTo>
                <a:lnTo>
                  <a:pt x="0" y="262494"/>
                </a:lnTo>
                <a:lnTo>
                  <a:pt x="5090" y="211045"/>
                </a:lnTo>
                <a:lnTo>
                  <a:pt x="19981" y="162042"/>
                </a:lnTo>
                <a:lnTo>
                  <a:pt x="44102" y="116862"/>
                </a:lnTo>
                <a:lnTo>
                  <a:pt x="76882" y="76882"/>
                </a:lnTo>
                <a:lnTo>
                  <a:pt x="116862" y="44102"/>
                </a:lnTo>
                <a:lnTo>
                  <a:pt x="162041" y="19981"/>
                </a:lnTo>
                <a:lnTo>
                  <a:pt x="211044" y="5090"/>
                </a:lnTo>
                <a:lnTo>
                  <a:pt x="262494" y="0"/>
                </a:lnTo>
                <a:lnTo>
                  <a:pt x="4461587" y="0"/>
                </a:lnTo>
                <a:lnTo>
                  <a:pt x="4513036" y="5090"/>
                </a:lnTo>
                <a:lnTo>
                  <a:pt x="4562039" y="19981"/>
                </a:lnTo>
                <a:lnTo>
                  <a:pt x="4607219" y="44102"/>
                </a:lnTo>
                <a:lnTo>
                  <a:pt x="4647198" y="76882"/>
                </a:lnTo>
                <a:lnTo>
                  <a:pt x="4679979" y="116862"/>
                </a:lnTo>
                <a:lnTo>
                  <a:pt x="4704100" y="162042"/>
                </a:lnTo>
                <a:lnTo>
                  <a:pt x="4718991" y="211045"/>
                </a:lnTo>
                <a:lnTo>
                  <a:pt x="4724081" y="262494"/>
                </a:lnTo>
                <a:lnTo>
                  <a:pt x="4718991" y="313943"/>
                </a:lnTo>
                <a:lnTo>
                  <a:pt x="4704100" y="362946"/>
                </a:lnTo>
                <a:lnTo>
                  <a:pt x="4679979" y="408126"/>
                </a:lnTo>
                <a:lnTo>
                  <a:pt x="4647198" y="448105"/>
                </a:lnTo>
                <a:lnTo>
                  <a:pt x="4607219" y="480886"/>
                </a:lnTo>
                <a:lnTo>
                  <a:pt x="4562039" y="505006"/>
                </a:lnTo>
                <a:lnTo>
                  <a:pt x="4513036" y="519897"/>
                </a:lnTo>
                <a:lnTo>
                  <a:pt x="4461587" y="52498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06396" y="6674891"/>
            <a:ext cx="826135" cy="826135"/>
          </a:xfrm>
          <a:custGeom>
            <a:avLst/>
            <a:gdLst/>
            <a:ahLst/>
            <a:cxnLst/>
            <a:rect l="l" t="t" r="r" b="b"/>
            <a:pathLst>
              <a:path w="826135" h="826134">
                <a:moveTo>
                  <a:pt x="413049" y="826098"/>
                </a:moveTo>
                <a:lnTo>
                  <a:pt x="364879" y="823319"/>
                </a:lnTo>
                <a:lnTo>
                  <a:pt x="318340" y="815189"/>
                </a:lnTo>
                <a:lnTo>
                  <a:pt x="273744" y="802018"/>
                </a:lnTo>
                <a:lnTo>
                  <a:pt x="231400" y="784115"/>
                </a:lnTo>
                <a:lnTo>
                  <a:pt x="191618" y="761791"/>
                </a:lnTo>
                <a:lnTo>
                  <a:pt x="154708" y="735356"/>
                </a:lnTo>
                <a:lnTo>
                  <a:pt x="120979" y="705119"/>
                </a:lnTo>
                <a:lnTo>
                  <a:pt x="90742" y="671390"/>
                </a:lnTo>
                <a:lnTo>
                  <a:pt x="64306" y="634480"/>
                </a:lnTo>
                <a:lnTo>
                  <a:pt x="41982" y="594697"/>
                </a:lnTo>
                <a:lnTo>
                  <a:pt x="24080" y="552353"/>
                </a:lnTo>
                <a:lnTo>
                  <a:pt x="10908" y="507757"/>
                </a:lnTo>
                <a:lnTo>
                  <a:pt x="2778" y="461219"/>
                </a:lnTo>
                <a:lnTo>
                  <a:pt x="0" y="413048"/>
                </a:lnTo>
                <a:lnTo>
                  <a:pt x="2778" y="364878"/>
                </a:lnTo>
                <a:lnTo>
                  <a:pt x="10908" y="318340"/>
                </a:lnTo>
                <a:lnTo>
                  <a:pt x="24080" y="273744"/>
                </a:lnTo>
                <a:lnTo>
                  <a:pt x="41982" y="231400"/>
                </a:lnTo>
                <a:lnTo>
                  <a:pt x="64306" y="191618"/>
                </a:lnTo>
                <a:lnTo>
                  <a:pt x="90742" y="154707"/>
                </a:lnTo>
                <a:lnTo>
                  <a:pt x="120979" y="120979"/>
                </a:lnTo>
                <a:lnTo>
                  <a:pt x="154708" y="90742"/>
                </a:lnTo>
                <a:lnTo>
                  <a:pt x="191618" y="64306"/>
                </a:lnTo>
                <a:lnTo>
                  <a:pt x="231400" y="41982"/>
                </a:lnTo>
                <a:lnTo>
                  <a:pt x="273744" y="24080"/>
                </a:lnTo>
                <a:lnTo>
                  <a:pt x="318340" y="10908"/>
                </a:lnTo>
                <a:lnTo>
                  <a:pt x="364879" y="2778"/>
                </a:lnTo>
                <a:lnTo>
                  <a:pt x="413049" y="0"/>
                </a:lnTo>
                <a:lnTo>
                  <a:pt x="461219" y="2778"/>
                </a:lnTo>
                <a:lnTo>
                  <a:pt x="507757" y="10908"/>
                </a:lnTo>
                <a:lnTo>
                  <a:pt x="552353" y="24080"/>
                </a:lnTo>
                <a:lnTo>
                  <a:pt x="594697" y="41982"/>
                </a:lnTo>
                <a:lnTo>
                  <a:pt x="634480" y="64306"/>
                </a:lnTo>
                <a:lnTo>
                  <a:pt x="671390" y="90742"/>
                </a:lnTo>
                <a:lnTo>
                  <a:pt x="705119" y="120979"/>
                </a:lnTo>
                <a:lnTo>
                  <a:pt x="735356" y="154707"/>
                </a:lnTo>
                <a:lnTo>
                  <a:pt x="761791" y="191618"/>
                </a:lnTo>
                <a:lnTo>
                  <a:pt x="784115" y="231400"/>
                </a:lnTo>
                <a:lnTo>
                  <a:pt x="802018" y="273744"/>
                </a:lnTo>
                <a:lnTo>
                  <a:pt x="815189" y="318340"/>
                </a:lnTo>
                <a:lnTo>
                  <a:pt x="823319" y="364878"/>
                </a:lnTo>
                <a:lnTo>
                  <a:pt x="826098" y="413048"/>
                </a:lnTo>
                <a:lnTo>
                  <a:pt x="823319" y="461219"/>
                </a:lnTo>
                <a:lnTo>
                  <a:pt x="815189" y="507757"/>
                </a:lnTo>
                <a:lnTo>
                  <a:pt x="802018" y="552353"/>
                </a:lnTo>
                <a:lnTo>
                  <a:pt x="784115" y="594697"/>
                </a:lnTo>
                <a:lnTo>
                  <a:pt x="761791" y="634480"/>
                </a:lnTo>
                <a:lnTo>
                  <a:pt x="735356" y="671390"/>
                </a:lnTo>
                <a:lnTo>
                  <a:pt x="705119" y="705119"/>
                </a:lnTo>
                <a:lnTo>
                  <a:pt x="671390" y="735356"/>
                </a:lnTo>
                <a:lnTo>
                  <a:pt x="634480" y="761791"/>
                </a:lnTo>
                <a:lnTo>
                  <a:pt x="594697" y="784115"/>
                </a:lnTo>
                <a:lnTo>
                  <a:pt x="552353" y="802018"/>
                </a:lnTo>
                <a:lnTo>
                  <a:pt x="507757" y="815189"/>
                </a:lnTo>
                <a:lnTo>
                  <a:pt x="461219" y="823319"/>
                </a:lnTo>
                <a:lnTo>
                  <a:pt x="413049" y="826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6398" y="6674887"/>
            <a:ext cx="824230" cy="824230"/>
          </a:xfrm>
          <a:custGeom>
            <a:avLst/>
            <a:gdLst/>
            <a:ahLst/>
            <a:cxnLst/>
            <a:rect l="l" t="t" r="r" b="b"/>
            <a:pathLst>
              <a:path w="824230" h="824229">
                <a:moveTo>
                  <a:pt x="455393" y="823592"/>
                </a:moveTo>
                <a:lnTo>
                  <a:pt x="507728" y="815197"/>
                </a:lnTo>
                <a:lnTo>
                  <a:pt x="552329" y="802027"/>
                </a:lnTo>
                <a:lnTo>
                  <a:pt x="594678" y="784125"/>
                </a:lnTo>
                <a:lnTo>
                  <a:pt x="634466" y="761801"/>
                </a:lnTo>
                <a:lnTo>
                  <a:pt x="671381" y="735364"/>
                </a:lnTo>
                <a:lnTo>
                  <a:pt x="705114" y="705124"/>
                </a:lnTo>
                <a:lnTo>
                  <a:pt x="735355" y="671392"/>
                </a:lnTo>
                <a:lnTo>
                  <a:pt x="761793" y="634478"/>
                </a:lnTo>
                <a:lnTo>
                  <a:pt x="784119" y="594691"/>
                </a:lnTo>
                <a:lnTo>
                  <a:pt x="802022" y="552342"/>
                </a:lnTo>
                <a:lnTo>
                  <a:pt x="815193" y="507741"/>
                </a:lnTo>
                <a:lnTo>
                  <a:pt x="823322" y="461198"/>
                </a:lnTo>
                <a:lnTo>
                  <a:pt x="823649" y="455381"/>
                </a:lnTo>
              </a:path>
              <a:path w="824230" h="824229">
                <a:moveTo>
                  <a:pt x="823593" y="370724"/>
                </a:moveTo>
                <a:lnTo>
                  <a:pt x="815182" y="318309"/>
                </a:lnTo>
                <a:lnTo>
                  <a:pt x="802006" y="273711"/>
                </a:lnTo>
                <a:lnTo>
                  <a:pt x="784098" y="231366"/>
                </a:lnTo>
                <a:lnTo>
                  <a:pt x="761769" y="191584"/>
                </a:lnTo>
                <a:lnTo>
                  <a:pt x="735329" y="154675"/>
                </a:lnTo>
                <a:lnTo>
                  <a:pt x="705088" y="120949"/>
                </a:lnTo>
                <a:lnTo>
                  <a:pt x="671356" y="90716"/>
                </a:lnTo>
                <a:lnTo>
                  <a:pt x="634443" y="64284"/>
                </a:lnTo>
                <a:lnTo>
                  <a:pt x="594659" y="41965"/>
                </a:lnTo>
                <a:lnTo>
                  <a:pt x="552315" y="24067"/>
                </a:lnTo>
                <a:lnTo>
                  <a:pt x="507719" y="10900"/>
                </a:lnTo>
                <a:lnTo>
                  <a:pt x="461183" y="2775"/>
                </a:lnTo>
                <a:lnTo>
                  <a:pt x="413015" y="0"/>
                </a:lnTo>
                <a:lnTo>
                  <a:pt x="364849" y="2783"/>
                </a:lnTo>
                <a:lnTo>
                  <a:pt x="318315" y="10915"/>
                </a:lnTo>
                <a:lnTo>
                  <a:pt x="273724" y="24088"/>
                </a:lnTo>
                <a:lnTo>
                  <a:pt x="231384" y="41991"/>
                </a:lnTo>
                <a:lnTo>
                  <a:pt x="191607" y="64314"/>
                </a:lnTo>
                <a:lnTo>
                  <a:pt x="154701" y="90748"/>
                </a:lnTo>
                <a:lnTo>
                  <a:pt x="120976" y="120982"/>
                </a:lnTo>
                <a:lnTo>
                  <a:pt x="90743" y="154707"/>
                </a:lnTo>
                <a:lnTo>
                  <a:pt x="64310" y="191613"/>
                </a:lnTo>
                <a:lnTo>
                  <a:pt x="41987" y="231391"/>
                </a:lnTo>
                <a:lnTo>
                  <a:pt x="24085" y="273730"/>
                </a:lnTo>
                <a:lnTo>
                  <a:pt x="10913" y="318321"/>
                </a:lnTo>
                <a:lnTo>
                  <a:pt x="2781" y="364854"/>
                </a:lnTo>
                <a:lnTo>
                  <a:pt x="0" y="413020"/>
                </a:lnTo>
                <a:lnTo>
                  <a:pt x="2775" y="461186"/>
                </a:lnTo>
                <a:lnTo>
                  <a:pt x="10900" y="507722"/>
                </a:lnTo>
                <a:lnTo>
                  <a:pt x="24066" y="552316"/>
                </a:lnTo>
                <a:lnTo>
                  <a:pt x="41964" y="594660"/>
                </a:lnTo>
                <a:lnTo>
                  <a:pt x="64282" y="634443"/>
                </a:lnTo>
                <a:lnTo>
                  <a:pt x="90713" y="671355"/>
                </a:lnTo>
                <a:lnTo>
                  <a:pt x="120946" y="705087"/>
                </a:lnTo>
                <a:lnTo>
                  <a:pt x="154671" y="735327"/>
                </a:lnTo>
                <a:lnTo>
                  <a:pt x="191579" y="761767"/>
                </a:lnTo>
                <a:lnTo>
                  <a:pt x="231359" y="784096"/>
                </a:lnTo>
                <a:lnTo>
                  <a:pt x="273702" y="802004"/>
                </a:lnTo>
                <a:lnTo>
                  <a:pt x="318299" y="815180"/>
                </a:lnTo>
                <a:lnTo>
                  <a:pt x="364839" y="823316"/>
                </a:lnTo>
                <a:lnTo>
                  <a:pt x="370698" y="823650"/>
                </a:lnTo>
              </a:path>
            </a:pathLst>
          </a:custGeom>
          <a:ln w="196961">
            <a:solidFill>
              <a:srgbClr val="004A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2838611"/>
            <a:ext cx="14211935" cy="525145"/>
          </a:xfrm>
          <a:custGeom>
            <a:avLst/>
            <a:gdLst/>
            <a:ahLst/>
            <a:cxnLst/>
            <a:rect l="l" t="t" r="r" b="b"/>
            <a:pathLst>
              <a:path w="14211935" h="525145">
                <a:moveTo>
                  <a:pt x="14211672" y="524826"/>
                </a:moveTo>
                <a:lnTo>
                  <a:pt x="0" y="524826"/>
                </a:lnTo>
                <a:lnTo>
                  <a:pt x="0" y="0"/>
                </a:lnTo>
                <a:lnTo>
                  <a:pt x="14211672" y="0"/>
                </a:lnTo>
                <a:lnTo>
                  <a:pt x="14211672" y="52482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405259" y="3614160"/>
            <a:ext cx="7258050" cy="525145"/>
          </a:xfrm>
          <a:custGeom>
            <a:avLst/>
            <a:gdLst/>
            <a:ahLst/>
            <a:cxnLst/>
            <a:rect l="l" t="t" r="r" b="b"/>
            <a:pathLst>
              <a:path w="7258050" h="525145">
                <a:moveTo>
                  <a:pt x="6995126" y="524988"/>
                </a:moveTo>
                <a:lnTo>
                  <a:pt x="262494" y="524988"/>
                </a:lnTo>
                <a:lnTo>
                  <a:pt x="211044" y="519897"/>
                </a:lnTo>
                <a:lnTo>
                  <a:pt x="162041" y="505006"/>
                </a:lnTo>
                <a:lnTo>
                  <a:pt x="116861" y="480886"/>
                </a:lnTo>
                <a:lnTo>
                  <a:pt x="76882" y="448105"/>
                </a:lnTo>
                <a:lnTo>
                  <a:pt x="44102" y="408125"/>
                </a:lnTo>
                <a:lnTo>
                  <a:pt x="19981" y="362946"/>
                </a:lnTo>
                <a:lnTo>
                  <a:pt x="5090" y="313943"/>
                </a:lnTo>
                <a:lnTo>
                  <a:pt x="0" y="262494"/>
                </a:lnTo>
                <a:lnTo>
                  <a:pt x="5090" y="211044"/>
                </a:lnTo>
                <a:lnTo>
                  <a:pt x="19981" y="162041"/>
                </a:lnTo>
                <a:lnTo>
                  <a:pt x="44102" y="116862"/>
                </a:lnTo>
                <a:lnTo>
                  <a:pt x="76882" y="76882"/>
                </a:lnTo>
                <a:lnTo>
                  <a:pt x="116861" y="44101"/>
                </a:lnTo>
                <a:lnTo>
                  <a:pt x="162041" y="19981"/>
                </a:lnTo>
                <a:lnTo>
                  <a:pt x="211044" y="5090"/>
                </a:lnTo>
                <a:lnTo>
                  <a:pt x="262494" y="0"/>
                </a:lnTo>
                <a:lnTo>
                  <a:pt x="6995126" y="0"/>
                </a:lnTo>
                <a:lnTo>
                  <a:pt x="7046576" y="5090"/>
                </a:lnTo>
                <a:lnTo>
                  <a:pt x="7095578" y="19981"/>
                </a:lnTo>
                <a:lnTo>
                  <a:pt x="7140758" y="44101"/>
                </a:lnTo>
                <a:lnTo>
                  <a:pt x="7180738" y="76882"/>
                </a:lnTo>
                <a:lnTo>
                  <a:pt x="7213518" y="116862"/>
                </a:lnTo>
                <a:lnTo>
                  <a:pt x="7237639" y="162041"/>
                </a:lnTo>
                <a:lnTo>
                  <a:pt x="7252529" y="211044"/>
                </a:lnTo>
                <a:lnTo>
                  <a:pt x="7257620" y="262494"/>
                </a:lnTo>
                <a:lnTo>
                  <a:pt x="7252529" y="313943"/>
                </a:lnTo>
                <a:lnTo>
                  <a:pt x="7237639" y="362946"/>
                </a:lnTo>
                <a:lnTo>
                  <a:pt x="7213518" y="408125"/>
                </a:lnTo>
                <a:lnTo>
                  <a:pt x="7180738" y="448105"/>
                </a:lnTo>
                <a:lnTo>
                  <a:pt x="7140758" y="480886"/>
                </a:lnTo>
                <a:lnTo>
                  <a:pt x="7095578" y="505006"/>
                </a:lnTo>
                <a:lnTo>
                  <a:pt x="7046576" y="519897"/>
                </a:lnTo>
                <a:lnTo>
                  <a:pt x="6995126" y="52498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165835" y="3496814"/>
            <a:ext cx="826135" cy="826135"/>
          </a:xfrm>
          <a:custGeom>
            <a:avLst/>
            <a:gdLst/>
            <a:ahLst/>
            <a:cxnLst/>
            <a:rect l="l" t="t" r="r" b="b"/>
            <a:pathLst>
              <a:path w="826134" h="826135">
                <a:moveTo>
                  <a:pt x="413048" y="826098"/>
                </a:moveTo>
                <a:lnTo>
                  <a:pt x="364878" y="823319"/>
                </a:lnTo>
                <a:lnTo>
                  <a:pt x="318340" y="815189"/>
                </a:lnTo>
                <a:lnTo>
                  <a:pt x="273744" y="802018"/>
                </a:lnTo>
                <a:lnTo>
                  <a:pt x="231400" y="784115"/>
                </a:lnTo>
                <a:lnTo>
                  <a:pt x="191618" y="761791"/>
                </a:lnTo>
                <a:lnTo>
                  <a:pt x="154707" y="735356"/>
                </a:lnTo>
                <a:lnTo>
                  <a:pt x="120979" y="705119"/>
                </a:lnTo>
                <a:lnTo>
                  <a:pt x="90742" y="671390"/>
                </a:lnTo>
                <a:lnTo>
                  <a:pt x="64306" y="634480"/>
                </a:lnTo>
                <a:lnTo>
                  <a:pt x="41982" y="594697"/>
                </a:lnTo>
                <a:lnTo>
                  <a:pt x="24080" y="552353"/>
                </a:lnTo>
                <a:lnTo>
                  <a:pt x="10908" y="507757"/>
                </a:lnTo>
                <a:lnTo>
                  <a:pt x="2778" y="461219"/>
                </a:lnTo>
                <a:lnTo>
                  <a:pt x="0" y="413049"/>
                </a:lnTo>
                <a:lnTo>
                  <a:pt x="2778" y="364879"/>
                </a:lnTo>
                <a:lnTo>
                  <a:pt x="10908" y="318341"/>
                </a:lnTo>
                <a:lnTo>
                  <a:pt x="24080" y="273744"/>
                </a:lnTo>
                <a:lnTo>
                  <a:pt x="41982" y="231400"/>
                </a:lnTo>
                <a:lnTo>
                  <a:pt x="64306" y="191618"/>
                </a:lnTo>
                <a:lnTo>
                  <a:pt x="90742" y="154708"/>
                </a:lnTo>
                <a:lnTo>
                  <a:pt x="120979" y="120979"/>
                </a:lnTo>
                <a:lnTo>
                  <a:pt x="154707" y="90742"/>
                </a:lnTo>
                <a:lnTo>
                  <a:pt x="191618" y="64306"/>
                </a:lnTo>
                <a:lnTo>
                  <a:pt x="231400" y="41982"/>
                </a:lnTo>
                <a:lnTo>
                  <a:pt x="273744" y="24080"/>
                </a:lnTo>
                <a:lnTo>
                  <a:pt x="318340" y="10908"/>
                </a:lnTo>
                <a:lnTo>
                  <a:pt x="364878" y="2778"/>
                </a:lnTo>
                <a:lnTo>
                  <a:pt x="413048" y="0"/>
                </a:lnTo>
                <a:lnTo>
                  <a:pt x="461219" y="2778"/>
                </a:lnTo>
                <a:lnTo>
                  <a:pt x="507757" y="10908"/>
                </a:lnTo>
                <a:lnTo>
                  <a:pt x="552353" y="24080"/>
                </a:lnTo>
                <a:lnTo>
                  <a:pt x="594697" y="41982"/>
                </a:lnTo>
                <a:lnTo>
                  <a:pt x="634480" y="64306"/>
                </a:lnTo>
                <a:lnTo>
                  <a:pt x="671390" y="90742"/>
                </a:lnTo>
                <a:lnTo>
                  <a:pt x="705119" y="120979"/>
                </a:lnTo>
                <a:lnTo>
                  <a:pt x="735356" y="154708"/>
                </a:lnTo>
                <a:lnTo>
                  <a:pt x="761791" y="191618"/>
                </a:lnTo>
                <a:lnTo>
                  <a:pt x="784115" y="231400"/>
                </a:lnTo>
                <a:lnTo>
                  <a:pt x="802018" y="273744"/>
                </a:lnTo>
                <a:lnTo>
                  <a:pt x="815189" y="318341"/>
                </a:lnTo>
                <a:lnTo>
                  <a:pt x="823319" y="364879"/>
                </a:lnTo>
                <a:lnTo>
                  <a:pt x="826098" y="413049"/>
                </a:lnTo>
                <a:lnTo>
                  <a:pt x="823319" y="461219"/>
                </a:lnTo>
                <a:lnTo>
                  <a:pt x="815189" y="507757"/>
                </a:lnTo>
                <a:lnTo>
                  <a:pt x="802018" y="552353"/>
                </a:lnTo>
                <a:lnTo>
                  <a:pt x="784115" y="594697"/>
                </a:lnTo>
                <a:lnTo>
                  <a:pt x="761791" y="634480"/>
                </a:lnTo>
                <a:lnTo>
                  <a:pt x="735356" y="671390"/>
                </a:lnTo>
                <a:lnTo>
                  <a:pt x="705119" y="705119"/>
                </a:lnTo>
                <a:lnTo>
                  <a:pt x="671390" y="735356"/>
                </a:lnTo>
                <a:lnTo>
                  <a:pt x="634480" y="761791"/>
                </a:lnTo>
                <a:lnTo>
                  <a:pt x="594697" y="784115"/>
                </a:lnTo>
                <a:lnTo>
                  <a:pt x="552353" y="802018"/>
                </a:lnTo>
                <a:lnTo>
                  <a:pt x="507757" y="815189"/>
                </a:lnTo>
                <a:lnTo>
                  <a:pt x="461219" y="823319"/>
                </a:lnTo>
                <a:lnTo>
                  <a:pt x="413048" y="826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165837" y="3496812"/>
            <a:ext cx="824230" cy="824230"/>
          </a:xfrm>
          <a:custGeom>
            <a:avLst/>
            <a:gdLst/>
            <a:ahLst/>
            <a:cxnLst/>
            <a:rect l="l" t="t" r="r" b="b"/>
            <a:pathLst>
              <a:path w="824229" h="824229">
                <a:moveTo>
                  <a:pt x="455374" y="823593"/>
                </a:moveTo>
                <a:lnTo>
                  <a:pt x="507729" y="815196"/>
                </a:lnTo>
                <a:lnTo>
                  <a:pt x="552330" y="802026"/>
                </a:lnTo>
                <a:lnTo>
                  <a:pt x="594679" y="784124"/>
                </a:lnTo>
                <a:lnTo>
                  <a:pt x="634466" y="761800"/>
                </a:lnTo>
                <a:lnTo>
                  <a:pt x="671381" y="735363"/>
                </a:lnTo>
                <a:lnTo>
                  <a:pt x="705114" y="705123"/>
                </a:lnTo>
                <a:lnTo>
                  <a:pt x="735355" y="671391"/>
                </a:lnTo>
                <a:lnTo>
                  <a:pt x="761793" y="634477"/>
                </a:lnTo>
                <a:lnTo>
                  <a:pt x="784119" y="594690"/>
                </a:lnTo>
                <a:lnTo>
                  <a:pt x="802023" y="552341"/>
                </a:lnTo>
                <a:lnTo>
                  <a:pt x="815194" y="507740"/>
                </a:lnTo>
                <a:lnTo>
                  <a:pt x="823322" y="461197"/>
                </a:lnTo>
                <a:lnTo>
                  <a:pt x="823649" y="455395"/>
                </a:lnTo>
              </a:path>
              <a:path w="824229" h="824229">
                <a:moveTo>
                  <a:pt x="823592" y="370710"/>
                </a:moveTo>
                <a:lnTo>
                  <a:pt x="815182" y="318308"/>
                </a:lnTo>
                <a:lnTo>
                  <a:pt x="802006" y="273710"/>
                </a:lnTo>
                <a:lnTo>
                  <a:pt x="784099" y="231365"/>
                </a:lnTo>
                <a:lnTo>
                  <a:pt x="761770" y="191583"/>
                </a:lnTo>
                <a:lnTo>
                  <a:pt x="735330" y="154675"/>
                </a:lnTo>
                <a:lnTo>
                  <a:pt x="705089" y="120948"/>
                </a:lnTo>
                <a:lnTo>
                  <a:pt x="671357" y="90715"/>
                </a:lnTo>
                <a:lnTo>
                  <a:pt x="634444" y="64283"/>
                </a:lnTo>
                <a:lnTo>
                  <a:pt x="594660" y="41964"/>
                </a:lnTo>
                <a:lnTo>
                  <a:pt x="552315" y="24066"/>
                </a:lnTo>
                <a:lnTo>
                  <a:pt x="507720" y="10900"/>
                </a:lnTo>
                <a:lnTo>
                  <a:pt x="461183" y="2774"/>
                </a:lnTo>
                <a:lnTo>
                  <a:pt x="413016" y="0"/>
                </a:lnTo>
                <a:lnTo>
                  <a:pt x="364849" y="2782"/>
                </a:lnTo>
                <a:lnTo>
                  <a:pt x="318315" y="10914"/>
                </a:lnTo>
                <a:lnTo>
                  <a:pt x="273724" y="24087"/>
                </a:lnTo>
                <a:lnTo>
                  <a:pt x="231385" y="41990"/>
                </a:lnTo>
                <a:lnTo>
                  <a:pt x="191608" y="64313"/>
                </a:lnTo>
                <a:lnTo>
                  <a:pt x="154702" y="90747"/>
                </a:lnTo>
                <a:lnTo>
                  <a:pt x="120977" y="120981"/>
                </a:lnTo>
                <a:lnTo>
                  <a:pt x="90743" y="154706"/>
                </a:lnTo>
                <a:lnTo>
                  <a:pt x="64310" y="191612"/>
                </a:lnTo>
                <a:lnTo>
                  <a:pt x="41988" y="231390"/>
                </a:lnTo>
                <a:lnTo>
                  <a:pt x="24086" y="273729"/>
                </a:lnTo>
                <a:lnTo>
                  <a:pt x="10914" y="318320"/>
                </a:lnTo>
                <a:lnTo>
                  <a:pt x="2782" y="364853"/>
                </a:lnTo>
                <a:lnTo>
                  <a:pt x="0" y="413019"/>
                </a:lnTo>
                <a:lnTo>
                  <a:pt x="2775" y="461185"/>
                </a:lnTo>
                <a:lnTo>
                  <a:pt x="10900" y="507721"/>
                </a:lnTo>
                <a:lnTo>
                  <a:pt x="24067" y="552315"/>
                </a:lnTo>
                <a:lnTo>
                  <a:pt x="41964" y="594659"/>
                </a:lnTo>
                <a:lnTo>
                  <a:pt x="64283" y="634442"/>
                </a:lnTo>
                <a:lnTo>
                  <a:pt x="90714" y="671354"/>
                </a:lnTo>
                <a:lnTo>
                  <a:pt x="120946" y="705086"/>
                </a:lnTo>
                <a:lnTo>
                  <a:pt x="154671" y="735327"/>
                </a:lnTo>
                <a:lnTo>
                  <a:pt x="191579" y="761766"/>
                </a:lnTo>
                <a:lnTo>
                  <a:pt x="231359" y="784095"/>
                </a:lnTo>
                <a:lnTo>
                  <a:pt x="273703" y="802003"/>
                </a:lnTo>
                <a:lnTo>
                  <a:pt x="318299" y="815179"/>
                </a:lnTo>
                <a:lnTo>
                  <a:pt x="364839" y="823314"/>
                </a:lnTo>
                <a:lnTo>
                  <a:pt x="370717" y="823650"/>
                </a:lnTo>
              </a:path>
            </a:pathLst>
          </a:custGeom>
          <a:ln w="196961">
            <a:solidFill>
              <a:srgbClr val="004A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03893" y="12312476"/>
            <a:ext cx="13094335" cy="525145"/>
          </a:xfrm>
          <a:custGeom>
            <a:avLst/>
            <a:gdLst/>
            <a:ahLst/>
            <a:cxnLst/>
            <a:rect l="l" t="t" r="r" b="b"/>
            <a:pathLst>
              <a:path w="13094335" h="525145">
                <a:moveTo>
                  <a:pt x="12831723" y="524988"/>
                </a:moveTo>
                <a:lnTo>
                  <a:pt x="262494" y="524988"/>
                </a:lnTo>
                <a:lnTo>
                  <a:pt x="211044" y="519898"/>
                </a:lnTo>
                <a:lnTo>
                  <a:pt x="162041" y="505007"/>
                </a:lnTo>
                <a:lnTo>
                  <a:pt x="116862" y="480886"/>
                </a:lnTo>
                <a:lnTo>
                  <a:pt x="76882" y="448105"/>
                </a:lnTo>
                <a:lnTo>
                  <a:pt x="44102" y="408125"/>
                </a:lnTo>
                <a:lnTo>
                  <a:pt x="19981" y="362946"/>
                </a:lnTo>
                <a:lnTo>
                  <a:pt x="5090" y="313943"/>
                </a:lnTo>
                <a:lnTo>
                  <a:pt x="0" y="262493"/>
                </a:lnTo>
                <a:lnTo>
                  <a:pt x="5090" y="211044"/>
                </a:lnTo>
                <a:lnTo>
                  <a:pt x="19981" y="162041"/>
                </a:lnTo>
                <a:lnTo>
                  <a:pt x="44102" y="116862"/>
                </a:lnTo>
                <a:lnTo>
                  <a:pt x="76882" y="76883"/>
                </a:lnTo>
                <a:lnTo>
                  <a:pt x="116862" y="44102"/>
                </a:lnTo>
                <a:lnTo>
                  <a:pt x="162041" y="19981"/>
                </a:lnTo>
                <a:lnTo>
                  <a:pt x="211044" y="5090"/>
                </a:lnTo>
                <a:lnTo>
                  <a:pt x="262494" y="0"/>
                </a:lnTo>
                <a:lnTo>
                  <a:pt x="12831723" y="0"/>
                </a:lnTo>
                <a:lnTo>
                  <a:pt x="12883172" y="5090"/>
                </a:lnTo>
                <a:lnTo>
                  <a:pt x="12932175" y="19981"/>
                </a:lnTo>
                <a:lnTo>
                  <a:pt x="12977355" y="44102"/>
                </a:lnTo>
                <a:lnTo>
                  <a:pt x="13017335" y="76883"/>
                </a:lnTo>
                <a:lnTo>
                  <a:pt x="13050115" y="116862"/>
                </a:lnTo>
                <a:lnTo>
                  <a:pt x="13074236" y="162041"/>
                </a:lnTo>
                <a:lnTo>
                  <a:pt x="13089127" y="211044"/>
                </a:lnTo>
                <a:lnTo>
                  <a:pt x="13093940" y="259687"/>
                </a:lnTo>
                <a:lnTo>
                  <a:pt x="13093940" y="265299"/>
                </a:lnTo>
                <a:lnTo>
                  <a:pt x="13089127" y="313943"/>
                </a:lnTo>
                <a:lnTo>
                  <a:pt x="13074236" y="362946"/>
                </a:lnTo>
                <a:lnTo>
                  <a:pt x="13050115" y="408125"/>
                </a:lnTo>
                <a:lnTo>
                  <a:pt x="13017335" y="448105"/>
                </a:lnTo>
                <a:lnTo>
                  <a:pt x="12977355" y="480886"/>
                </a:lnTo>
                <a:lnTo>
                  <a:pt x="12932175" y="505007"/>
                </a:lnTo>
                <a:lnTo>
                  <a:pt x="12883172" y="519898"/>
                </a:lnTo>
                <a:lnTo>
                  <a:pt x="12831723" y="52498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41786" y="12117017"/>
            <a:ext cx="826135" cy="826135"/>
          </a:xfrm>
          <a:custGeom>
            <a:avLst/>
            <a:gdLst/>
            <a:ahLst/>
            <a:cxnLst/>
            <a:rect l="l" t="t" r="r" b="b"/>
            <a:pathLst>
              <a:path w="826135" h="826134">
                <a:moveTo>
                  <a:pt x="413049" y="826098"/>
                </a:moveTo>
                <a:lnTo>
                  <a:pt x="364879" y="823319"/>
                </a:lnTo>
                <a:lnTo>
                  <a:pt x="318340" y="815189"/>
                </a:lnTo>
                <a:lnTo>
                  <a:pt x="273744" y="802018"/>
                </a:lnTo>
                <a:lnTo>
                  <a:pt x="231400" y="784115"/>
                </a:lnTo>
                <a:lnTo>
                  <a:pt x="191618" y="761791"/>
                </a:lnTo>
                <a:lnTo>
                  <a:pt x="154708" y="735356"/>
                </a:lnTo>
                <a:lnTo>
                  <a:pt x="120979" y="705119"/>
                </a:lnTo>
                <a:lnTo>
                  <a:pt x="90742" y="671390"/>
                </a:lnTo>
                <a:lnTo>
                  <a:pt x="64306" y="634480"/>
                </a:lnTo>
                <a:lnTo>
                  <a:pt x="41982" y="594698"/>
                </a:lnTo>
                <a:lnTo>
                  <a:pt x="24080" y="552353"/>
                </a:lnTo>
                <a:lnTo>
                  <a:pt x="10908" y="507757"/>
                </a:lnTo>
                <a:lnTo>
                  <a:pt x="2778" y="461219"/>
                </a:lnTo>
                <a:lnTo>
                  <a:pt x="0" y="413048"/>
                </a:lnTo>
                <a:lnTo>
                  <a:pt x="2778" y="364878"/>
                </a:lnTo>
                <a:lnTo>
                  <a:pt x="10908" y="318340"/>
                </a:lnTo>
                <a:lnTo>
                  <a:pt x="24080" y="273744"/>
                </a:lnTo>
                <a:lnTo>
                  <a:pt x="41982" y="231400"/>
                </a:lnTo>
                <a:lnTo>
                  <a:pt x="64306" y="191618"/>
                </a:lnTo>
                <a:lnTo>
                  <a:pt x="90742" y="154708"/>
                </a:lnTo>
                <a:lnTo>
                  <a:pt x="120979" y="120979"/>
                </a:lnTo>
                <a:lnTo>
                  <a:pt x="154708" y="90742"/>
                </a:lnTo>
                <a:lnTo>
                  <a:pt x="191618" y="64306"/>
                </a:lnTo>
                <a:lnTo>
                  <a:pt x="231400" y="41982"/>
                </a:lnTo>
                <a:lnTo>
                  <a:pt x="273744" y="24080"/>
                </a:lnTo>
                <a:lnTo>
                  <a:pt x="318340" y="10908"/>
                </a:lnTo>
                <a:lnTo>
                  <a:pt x="364879" y="2778"/>
                </a:lnTo>
                <a:lnTo>
                  <a:pt x="413049" y="0"/>
                </a:lnTo>
                <a:lnTo>
                  <a:pt x="461219" y="2778"/>
                </a:lnTo>
                <a:lnTo>
                  <a:pt x="507757" y="10908"/>
                </a:lnTo>
                <a:lnTo>
                  <a:pt x="552353" y="24080"/>
                </a:lnTo>
                <a:lnTo>
                  <a:pt x="594697" y="41982"/>
                </a:lnTo>
                <a:lnTo>
                  <a:pt x="634480" y="64306"/>
                </a:lnTo>
                <a:lnTo>
                  <a:pt x="671390" y="90742"/>
                </a:lnTo>
                <a:lnTo>
                  <a:pt x="705119" y="120979"/>
                </a:lnTo>
                <a:lnTo>
                  <a:pt x="735356" y="154708"/>
                </a:lnTo>
                <a:lnTo>
                  <a:pt x="761791" y="191618"/>
                </a:lnTo>
                <a:lnTo>
                  <a:pt x="784115" y="231400"/>
                </a:lnTo>
                <a:lnTo>
                  <a:pt x="802018" y="273744"/>
                </a:lnTo>
                <a:lnTo>
                  <a:pt x="815189" y="318340"/>
                </a:lnTo>
                <a:lnTo>
                  <a:pt x="823319" y="364878"/>
                </a:lnTo>
                <a:lnTo>
                  <a:pt x="826098" y="413048"/>
                </a:lnTo>
                <a:lnTo>
                  <a:pt x="823319" y="461219"/>
                </a:lnTo>
                <a:lnTo>
                  <a:pt x="815189" y="507757"/>
                </a:lnTo>
                <a:lnTo>
                  <a:pt x="802018" y="552353"/>
                </a:lnTo>
                <a:lnTo>
                  <a:pt x="784115" y="594698"/>
                </a:lnTo>
                <a:lnTo>
                  <a:pt x="761791" y="634480"/>
                </a:lnTo>
                <a:lnTo>
                  <a:pt x="735356" y="671390"/>
                </a:lnTo>
                <a:lnTo>
                  <a:pt x="705119" y="705119"/>
                </a:lnTo>
                <a:lnTo>
                  <a:pt x="671390" y="735356"/>
                </a:lnTo>
                <a:lnTo>
                  <a:pt x="634480" y="761791"/>
                </a:lnTo>
                <a:lnTo>
                  <a:pt x="594697" y="784115"/>
                </a:lnTo>
                <a:lnTo>
                  <a:pt x="552353" y="802018"/>
                </a:lnTo>
                <a:lnTo>
                  <a:pt x="507757" y="815189"/>
                </a:lnTo>
                <a:lnTo>
                  <a:pt x="461219" y="823319"/>
                </a:lnTo>
                <a:lnTo>
                  <a:pt x="413049" y="826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41788" y="12117015"/>
            <a:ext cx="824230" cy="824230"/>
          </a:xfrm>
          <a:custGeom>
            <a:avLst/>
            <a:gdLst/>
            <a:ahLst/>
            <a:cxnLst/>
            <a:rect l="l" t="t" r="r" b="b"/>
            <a:pathLst>
              <a:path w="824230" h="824229">
                <a:moveTo>
                  <a:pt x="455368" y="823593"/>
                </a:moveTo>
                <a:lnTo>
                  <a:pt x="507728" y="815196"/>
                </a:lnTo>
                <a:lnTo>
                  <a:pt x="552329" y="802026"/>
                </a:lnTo>
                <a:lnTo>
                  <a:pt x="594678" y="784124"/>
                </a:lnTo>
                <a:lnTo>
                  <a:pt x="634466" y="761800"/>
                </a:lnTo>
                <a:lnTo>
                  <a:pt x="671381" y="735363"/>
                </a:lnTo>
                <a:lnTo>
                  <a:pt x="705114" y="705124"/>
                </a:lnTo>
                <a:lnTo>
                  <a:pt x="735355" y="671392"/>
                </a:lnTo>
                <a:lnTo>
                  <a:pt x="761793" y="634477"/>
                </a:lnTo>
                <a:lnTo>
                  <a:pt x="784119" y="594690"/>
                </a:lnTo>
                <a:lnTo>
                  <a:pt x="802022" y="552341"/>
                </a:lnTo>
                <a:lnTo>
                  <a:pt x="815193" y="507740"/>
                </a:lnTo>
                <a:lnTo>
                  <a:pt x="823322" y="461197"/>
                </a:lnTo>
                <a:lnTo>
                  <a:pt x="823649" y="455381"/>
                </a:lnTo>
              </a:path>
              <a:path w="824230" h="824229">
                <a:moveTo>
                  <a:pt x="823593" y="370723"/>
                </a:moveTo>
                <a:lnTo>
                  <a:pt x="815182" y="318308"/>
                </a:lnTo>
                <a:lnTo>
                  <a:pt x="802006" y="273710"/>
                </a:lnTo>
                <a:lnTo>
                  <a:pt x="784098" y="231365"/>
                </a:lnTo>
                <a:lnTo>
                  <a:pt x="761769" y="191584"/>
                </a:lnTo>
                <a:lnTo>
                  <a:pt x="735329" y="154675"/>
                </a:lnTo>
                <a:lnTo>
                  <a:pt x="705088" y="120949"/>
                </a:lnTo>
                <a:lnTo>
                  <a:pt x="671356" y="90715"/>
                </a:lnTo>
                <a:lnTo>
                  <a:pt x="634443" y="64283"/>
                </a:lnTo>
                <a:lnTo>
                  <a:pt x="594659" y="41964"/>
                </a:lnTo>
                <a:lnTo>
                  <a:pt x="552315" y="24066"/>
                </a:lnTo>
                <a:lnTo>
                  <a:pt x="507719" y="10900"/>
                </a:lnTo>
                <a:lnTo>
                  <a:pt x="461183" y="2774"/>
                </a:lnTo>
                <a:lnTo>
                  <a:pt x="413015" y="0"/>
                </a:lnTo>
                <a:lnTo>
                  <a:pt x="364849" y="2782"/>
                </a:lnTo>
                <a:lnTo>
                  <a:pt x="318315" y="10914"/>
                </a:lnTo>
                <a:lnTo>
                  <a:pt x="273724" y="24087"/>
                </a:lnTo>
                <a:lnTo>
                  <a:pt x="231384" y="41990"/>
                </a:lnTo>
                <a:lnTo>
                  <a:pt x="191607" y="64313"/>
                </a:lnTo>
                <a:lnTo>
                  <a:pt x="154701" y="90747"/>
                </a:lnTo>
                <a:lnTo>
                  <a:pt x="120977" y="120981"/>
                </a:lnTo>
                <a:lnTo>
                  <a:pt x="90743" y="154706"/>
                </a:lnTo>
                <a:lnTo>
                  <a:pt x="64310" y="191612"/>
                </a:lnTo>
                <a:lnTo>
                  <a:pt x="41987" y="231390"/>
                </a:lnTo>
                <a:lnTo>
                  <a:pt x="24085" y="273729"/>
                </a:lnTo>
                <a:lnTo>
                  <a:pt x="10913" y="318320"/>
                </a:lnTo>
                <a:lnTo>
                  <a:pt x="2781" y="364853"/>
                </a:lnTo>
                <a:lnTo>
                  <a:pt x="0" y="413019"/>
                </a:lnTo>
                <a:lnTo>
                  <a:pt x="2775" y="461186"/>
                </a:lnTo>
                <a:lnTo>
                  <a:pt x="10900" y="507721"/>
                </a:lnTo>
                <a:lnTo>
                  <a:pt x="24066" y="552316"/>
                </a:lnTo>
                <a:lnTo>
                  <a:pt x="41964" y="594659"/>
                </a:lnTo>
                <a:lnTo>
                  <a:pt x="64282" y="634442"/>
                </a:lnTo>
                <a:lnTo>
                  <a:pt x="90713" y="671354"/>
                </a:lnTo>
                <a:lnTo>
                  <a:pt x="120946" y="705086"/>
                </a:lnTo>
                <a:lnTo>
                  <a:pt x="154671" y="735326"/>
                </a:lnTo>
                <a:lnTo>
                  <a:pt x="191579" y="761766"/>
                </a:lnTo>
                <a:lnTo>
                  <a:pt x="231359" y="784095"/>
                </a:lnTo>
                <a:lnTo>
                  <a:pt x="273703" y="802003"/>
                </a:lnTo>
                <a:lnTo>
                  <a:pt x="318299" y="815179"/>
                </a:lnTo>
                <a:lnTo>
                  <a:pt x="364839" y="823314"/>
                </a:lnTo>
                <a:lnTo>
                  <a:pt x="370723" y="823651"/>
                </a:lnTo>
              </a:path>
            </a:pathLst>
          </a:custGeom>
          <a:ln w="196961">
            <a:solidFill>
              <a:srgbClr val="004A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93162" y="252455"/>
            <a:ext cx="8011159" cy="159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2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882" y="4623943"/>
            <a:ext cx="1279588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4001" y="18696814"/>
            <a:ext cx="454964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882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36708" y="18696814"/>
            <a:ext cx="327005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quintero75@unilasallista.edu.co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3307" y="15863744"/>
            <a:ext cx="13419455" cy="1021080"/>
            <a:chOff x="243307" y="15863744"/>
            <a:chExt cx="13419455" cy="1021080"/>
          </a:xfrm>
        </p:grpSpPr>
        <p:sp>
          <p:nvSpPr>
            <p:cNvPr id="4" name="object 4"/>
            <p:cNvSpPr/>
            <p:nvPr/>
          </p:nvSpPr>
          <p:spPr>
            <a:xfrm>
              <a:off x="966726" y="16123591"/>
              <a:ext cx="12695555" cy="447040"/>
            </a:xfrm>
            <a:custGeom>
              <a:avLst/>
              <a:gdLst/>
              <a:ahLst/>
              <a:cxnLst/>
              <a:rect l="l" t="t" r="r" b="b"/>
              <a:pathLst>
                <a:path w="12695555" h="447040">
                  <a:moveTo>
                    <a:pt x="12472692" y="446923"/>
                  </a:moveTo>
                  <a:lnTo>
                    <a:pt x="223461" y="446923"/>
                  </a:lnTo>
                  <a:lnTo>
                    <a:pt x="179662" y="442589"/>
                  </a:lnTo>
                  <a:lnTo>
                    <a:pt x="137946" y="429912"/>
                  </a:lnTo>
                  <a:lnTo>
                    <a:pt x="99485" y="409378"/>
                  </a:lnTo>
                  <a:lnTo>
                    <a:pt x="65450" y="381472"/>
                  </a:lnTo>
                  <a:lnTo>
                    <a:pt x="37544" y="347438"/>
                  </a:lnTo>
                  <a:lnTo>
                    <a:pt x="17010" y="308977"/>
                  </a:lnTo>
                  <a:lnTo>
                    <a:pt x="4333" y="267260"/>
                  </a:lnTo>
                  <a:lnTo>
                    <a:pt x="0" y="223462"/>
                  </a:lnTo>
                  <a:lnTo>
                    <a:pt x="4333" y="179663"/>
                  </a:lnTo>
                  <a:lnTo>
                    <a:pt x="17010" y="137946"/>
                  </a:lnTo>
                  <a:lnTo>
                    <a:pt x="37544" y="99484"/>
                  </a:lnTo>
                  <a:lnTo>
                    <a:pt x="65450" y="65450"/>
                  </a:lnTo>
                  <a:lnTo>
                    <a:pt x="99485" y="37544"/>
                  </a:lnTo>
                  <a:lnTo>
                    <a:pt x="137946" y="17009"/>
                  </a:lnTo>
                  <a:lnTo>
                    <a:pt x="179662" y="4333"/>
                  </a:lnTo>
                  <a:lnTo>
                    <a:pt x="223461" y="0"/>
                  </a:lnTo>
                  <a:lnTo>
                    <a:pt x="12472692" y="0"/>
                  </a:lnTo>
                  <a:lnTo>
                    <a:pt x="12516490" y="4333"/>
                  </a:lnTo>
                  <a:lnTo>
                    <a:pt x="12558206" y="17009"/>
                  </a:lnTo>
                  <a:lnTo>
                    <a:pt x="12596668" y="37544"/>
                  </a:lnTo>
                  <a:lnTo>
                    <a:pt x="12630704" y="65450"/>
                  </a:lnTo>
                  <a:lnTo>
                    <a:pt x="12658610" y="99484"/>
                  </a:lnTo>
                  <a:lnTo>
                    <a:pt x="12679144" y="137946"/>
                  </a:lnTo>
                  <a:lnTo>
                    <a:pt x="12691820" y="179663"/>
                  </a:lnTo>
                  <a:lnTo>
                    <a:pt x="12695419" y="216037"/>
                  </a:lnTo>
                  <a:lnTo>
                    <a:pt x="12695419" y="230887"/>
                  </a:lnTo>
                  <a:lnTo>
                    <a:pt x="12679144" y="308977"/>
                  </a:lnTo>
                  <a:lnTo>
                    <a:pt x="12658610" y="347438"/>
                  </a:lnTo>
                  <a:lnTo>
                    <a:pt x="12630704" y="381472"/>
                  </a:lnTo>
                  <a:lnTo>
                    <a:pt x="12596668" y="409378"/>
                  </a:lnTo>
                  <a:lnTo>
                    <a:pt x="12558206" y="429912"/>
                  </a:lnTo>
                  <a:lnTo>
                    <a:pt x="12516490" y="442589"/>
                  </a:lnTo>
                  <a:lnTo>
                    <a:pt x="12472692" y="446923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1786" y="15962228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4">
                  <a:moveTo>
                    <a:pt x="413049" y="826098"/>
                  </a:moveTo>
                  <a:lnTo>
                    <a:pt x="364879" y="823319"/>
                  </a:lnTo>
                  <a:lnTo>
                    <a:pt x="318340" y="815189"/>
                  </a:lnTo>
                  <a:lnTo>
                    <a:pt x="273744" y="802018"/>
                  </a:lnTo>
                  <a:lnTo>
                    <a:pt x="231400" y="784115"/>
                  </a:lnTo>
                  <a:lnTo>
                    <a:pt x="191618" y="761791"/>
                  </a:lnTo>
                  <a:lnTo>
                    <a:pt x="154708" y="735356"/>
                  </a:lnTo>
                  <a:lnTo>
                    <a:pt x="120979" y="705119"/>
                  </a:lnTo>
                  <a:lnTo>
                    <a:pt x="90742" y="671390"/>
                  </a:lnTo>
                  <a:lnTo>
                    <a:pt x="64306" y="634480"/>
                  </a:lnTo>
                  <a:lnTo>
                    <a:pt x="41982" y="594698"/>
                  </a:lnTo>
                  <a:lnTo>
                    <a:pt x="24080" y="552353"/>
                  </a:lnTo>
                  <a:lnTo>
                    <a:pt x="10908" y="507757"/>
                  </a:lnTo>
                  <a:lnTo>
                    <a:pt x="2778" y="461219"/>
                  </a:lnTo>
                  <a:lnTo>
                    <a:pt x="0" y="413049"/>
                  </a:lnTo>
                  <a:lnTo>
                    <a:pt x="2778" y="364879"/>
                  </a:lnTo>
                  <a:lnTo>
                    <a:pt x="10908" y="318340"/>
                  </a:lnTo>
                  <a:lnTo>
                    <a:pt x="24080" y="273744"/>
                  </a:lnTo>
                  <a:lnTo>
                    <a:pt x="41982" y="231400"/>
                  </a:lnTo>
                  <a:lnTo>
                    <a:pt x="64306" y="191618"/>
                  </a:lnTo>
                  <a:lnTo>
                    <a:pt x="90742" y="154708"/>
                  </a:lnTo>
                  <a:lnTo>
                    <a:pt x="120979" y="120979"/>
                  </a:lnTo>
                  <a:lnTo>
                    <a:pt x="154708" y="90742"/>
                  </a:lnTo>
                  <a:lnTo>
                    <a:pt x="191618" y="64306"/>
                  </a:lnTo>
                  <a:lnTo>
                    <a:pt x="231400" y="41982"/>
                  </a:lnTo>
                  <a:lnTo>
                    <a:pt x="273744" y="24080"/>
                  </a:lnTo>
                  <a:lnTo>
                    <a:pt x="318340" y="10908"/>
                  </a:lnTo>
                  <a:lnTo>
                    <a:pt x="364879" y="2778"/>
                  </a:lnTo>
                  <a:lnTo>
                    <a:pt x="413049" y="0"/>
                  </a:lnTo>
                  <a:lnTo>
                    <a:pt x="461219" y="2778"/>
                  </a:lnTo>
                  <a:lnTo>
                    <a:pt x="507757" y="10908"/>
                  </a:lnTo>
                  <a:lnTo>
                    <a:pt x="552353" y="24080"/>
                  </a:lnTo>
                  <a:lnTo>
                    <a:pt x="594697" y="41982"/>
                  </a:lnTo>
                  <a:lnTo>
                    <a:pt x="634480" y="64306"/>
                  </a:lnTo>
                  <a:lnTo>
                    <a:pt x="671390" y="90742"/>
                  </a:lnTo>
                  <a:lnTo>
                    <a:pt x="705119" y="120979"/>
                  </a:lnTo>
                  <a:lnTo>
                    <a:pt x="735356" y="154708"/>
                  </a:lnTo>
                  <a:lnTo>
                    <a:pt x="761791" y="191618"/>
                  </a:lnTo>
                  <a:lnTo>
                    <a:pt x="784115" y="231400"/>
                  </a:lnTo>
                  <a:lnTo>
                    <a:pt x="802018" y="273744"/>
                  </a:lnTo>
                  <a:lnTo>
                    <a:pt x="815189" y="318340"/>
                  </a:lnTo>
                  <a:lnTo>
                    <a:pt x="823319" y="364879"/>
                  </a:lnTo>
                  <a:lnTo>
                    <a:pt x="826098" y="413049"/>
                  </a:lnTo>
                  <a:lnTo>
                    <a:pt x="823319" y="461219"/>
                  </a:lnTo>
                  <a:lnTo>
                    <a:pt x="815189" y="507757"/>
                  </a:lnTo>
                  <a:lnTo>
                    <a:pt x="802018" y="552353"/>
                  </a:lnTo>
                  <a:lnTo>
                    <a:pt x="784115" y="594698"/>
                  </a:lnTo>
                  <a:lnTo>
                    <a:pt x="761791" y="634480"/>
                  </a:lnTo>
                  <a:lnTo>
                    <a:pt x="735356" y="671390"/>
                  </a:lnTo>
                  <a:lnTo>
                    <a:pt x="705119" y="705119"/>
                  </a:lnTo>
                  <a:lnTo>
                    <a:pt x="671390" y="735356"/>
                  </a:lnTo>
                  <a:lnTo>
                    <a:pt x="634480" y="761791"/>
                  </a:lnTo>
                  <a:lnTo>
                    <a:pt x="594697" y="784115"/>
                  </a:lnTo>
                  <a:lnTo>
                    <a:pt x="552353" y="802018"/>
                  </a:lnTo>
                  <a:lnTo>
                    <a:pt x="507757" y="815189"/>
                  </a:lnTo>
                  <a:lnTo>
                    <a:pt x="461219" y="823319"/>
                  </a:lnTo>
                  <a:lnTo>
                    <a:pt x="413049" y="8260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1788" y="15962225"/>
              <a:ext cx="824230" cy="824230"/>
            </a:xfrm>
            <a:custGeom>
              <a:avLst/>
              <a:gdLst/>
              <a:ahLst/>
              <a:cxnLst/>
              <a:rect l="l" t="t" r="r" b="b"/>
              <a:pathLst>
                <a:path w="824230" h="824230">
                  <a:moveTo>
                    <a:pt x="455393" y="823592"/>
                  </a:moveTo>
                  <a:lnTo>
                    <a:pt x="507728" y="815197"/>
                  </a:lnTo>
                  <a:lnTo>
                    <a:pt x="552329" y="802028"/>
                  </a:lnTo>
                  <a:lnTo>
                    <a:pt x="594679" y="784126"/>
                  </a:lnTo>
                  <a:lnTo>
                    <a:pt x="634466" y="761801"/>
                  </a:lnTo>
                  <a:lnTo>
                    <a:pt x="671381" y="735364"/>
                  </a:lnTo>
                  <a:lnTo>
                    <a:pt x="705115" y="705124"/>
                  </a:lnTo>
                  <a:lnTo>
                    <a:pt x="735355" y="671392"/>
                  </a:lnTo>
                  <a:lnTo>
                    <a:pt x="761793" y="634478"/>
                  </a:lnTo>
                  <a:lnTo>
                    <a:pt x="784119" y="594691"/>
                  </a:lnTo>
                  <a:lnTo>
                    <a:pt x="802023" y="552342"/>
                  </a:lnTo>
                  <a:lnTo>
                    <a:pt x="815193" y="507740"/>
                  </a:lnTo>
                  <a:lnTo>
                    <a:pt x="823322" y="461197"/>
                  </a:lnTo>
                  <a:lnTo>
                    <a:pt x="823649" y="455383"/>
                  </a:lnTo>
                </a:path>
                <a:path w="824230" h="824230">
                  <a:moveTo>
                    <a:pt x="823593" y="370725"/>
                  </a:moveTo>
                  <a:lnTo>
                    <a:pt x="815181" y="318308"/>
                  </a:lnTo>
                  <a:lnTo>
                    <a:pt x="802005" y="273710"/>
                  </a:lnTo>
                  <a:lnTo>
                    <a:pt x="784097" y="231365"/>
                  </a:lnTo>
                  <a:lnTo>
                    <a:pt x="761768" y="191584"/>
                  </a:lnTo>
                  <a:lnTo>
                    <a:pt x="735328" y="154675"/>
                  </a:lnTo>
                  <a:lnTo>
                    <a:pt x="705087" y="120949"/>
                  </a:lnTo>
                  <a:lnTo>
                    <a:pt x="671355" y="90716"/>
                  </a:lnTo>
                  <a:lnTo>
                    <a:pt x="634442" y="64284"/>
                  </a:lnTo>
                  <a:lnTo>
                    <a:pt x="594659" y="41965"/>
                  </a:lnTo>
                  <a:lnTo>
                    <a:pt x="552314" y="24067"/>
                  </a:lnTo>
                  <a:lnTo>
                    <a:pt x="507719" y="10901"/>
                  </a:lnTo>
                  <a:lnTo>
                    <a:pt x="461182" y="2776"/>
                  </a:lnTo>
                  <a:lnTo>
                    <a:pt x="413015" y="0"/>
                  </a:lnTo>
                  <a:lnTo>
                    <a:pt x="364849" y="2783"/>
                  </a:lnTo>
                  <a:lnTo>
                    <a:pt x="318315" y="10916"/>
                  </a:lnTo>
                  <a:lnTo>
                    <a:pt x="273724" y="24089"/>
                  </a:lnTo>
                  <a:lnTo>
                    <a:pt x="231385" y="41991"/>
                  </a:lnTo>
                  <a:lnTo>
                    <a:pt x="191608" y="64314"/>
                  </a:lnTo>
                  <a:lnTo>
                    <a:pt x="154702" y="90748"/>
                  </a:lnTo>
                  <a:lnTo>
                    <a:pt x="120977" y="120982"/>
                  </a:lnTo>
                  <a:lnTo>
                    <a:pt x="90743" y="154707"/>
                  </a:lnTo>
                  <a:lnTo>
                    <a:pt x="64310" y="191613"/>
                  </a:lnTo>
                  <a:lnTo>
                    <a:pt x="41988" y="231390"/>
                  </a:lnTo>
                  <a:lnTo>
                    <a:pt x="24086" y="273729"/>
                  </a:lnTo>
                  <a:lnTo>
                    <a:pt x="10914" y="318320"/>
                  </a:lnTo>
                  <a:lnTo>
                    <a:pt x="2781" y="364853"/>
                  </a:lnTo>
                  <a:lnTo>
                    <a:pt x="0" y="413019"/>
                  </a:lnTo>
                  <a:lnTo>
                    <a:pt x="2774" y="461186"/>
                  </a:lnTo>
                  <a:lnTo>
                    <a:pt x="10900" y="507721"/>
                  </a:lnTo>
                  <a:lnTo>
                    <a:pt x="24066" y="552316"/>
                  </a:lnTo>
                  <a:lnTo>
                    <a:pt x="41963" y="594660"/>
                  </a:lnTo>
                  <a:lnTo>
                    <a:pt x="64282" y="634443"/>
                  </a:lnTo>
                  <a:lnTo>
                    <a:pt x="90712" y="671355"/>
                  </a:lnTo>
                  <a:lnTo>
                    <a:pt x="120945" y="705087"/>
                  </a:lnTo>
                  <a:lnTo>
                    <a:pt x="154670" y="735327"/>
                  </a:lnTo>
                  <a:lnTo>
                    <a:pt x="191578" y="761767"/>
                  </a:lnTo>
                  <a:lnTo>
                    <a:pt x="231358" y="784096"/>
                  </a:lnTo>
                  <a:lnTo>
                    <a:pt x="273702" y="802004"/>
                  </a:lnTo>
                  <a:lnTo>
                    <a:pt x="318299" y="815180"/>
                  </a:lnTo>
                  <a:lnTo>
                    <a:pt x="364838" y="823316"/>
                  </a:lnTo>
                  <a:lnTo>
                    <a:pt x="370698" y="823650"/>
                  </a:lnTo>
                </a:path>
              </a:pathLst>
            </a:custGeom>
            <a:ln w="196961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-25322" y="-10147"/>
            <a:ext cx="14211935" cy="2937510"/>
            <a:chOff x="0" y="0"/>
            <a:chExt cx="14211935" cy="29375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211673" cy="2466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0726" y="0"/>
              <a:ext cx="3730946" cy="2937261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21321" y="3407411"/>
            <a:ext cx="5413375" cy="1021080"/>
            <a:chOff x="129562" y="3381339"/>
            <a:chExt cx="5413375" cy="1021080"/>
          </a:xfrm>
        </p:grpSpPr>
        <p:sp>
          <p:nvSpPr>
            <p:cNvPr id="27" name="object 27"/>
            <p:cNvSpPr/>
            <p:nvPr/>
          </p:nvSpPr>
          <p:spPr>
            <a:xfrm>
              <a:off x="818527" y="3630378"/>
              <a:ext cx="4724400" cy="525145"/>
            </a:xfrm>
            <a:custGeom>
              <a:avLst/>
              <a:gdLst/>
              <a:ahLst/>
              <a:cxnLst/>
              <a:rect l="l" t="t" r="r" b="b"/>
              <a:pathLst>
                <a:path w="4724400" h="525145">
                  <a:moveTo>
                    <a:pt x="4461587" y="524988"/>
                  </a:moveTo>
                  <a:lnTo>
                    <a:pt x="262494" y="524988"/>
                  </a:lnTo>
                  <a:lnTo>
                    <a:pt x="211044" y="519897"/>
                  </a:lnTo>
                  <a:lnTo>
                    <a:pt x="162041" y="505006"/>
                  </a:lnTo>
                  <a:lnTo>
                    <a:pt x="116862" y="480886"/>
                  </a:lnTo>
                  <a:lnTo>
                    <a:pt x="76882" y="448105"/>
                  </a:lnTo>
                  <a:lnTo>
                    <a:pt x="44102" y="408125"/>
                  </a:lnTo>
                  <a:lnTo>
                    <a:pt x="19981" y="362946"/>
                  </a:lnTo>
                  <a:lnTo>
                    <a:pt x="5090" y="313943"/>
                  </a:lnTo>
                  <a:lnTo>
                    <a:pt x="0" y="262494"/>
                  </a:lnTo>
                  <a:lnTo>
                    <a:pt x="5090" y="211044"/>
                  </a:lnTo>
                  <a:lnTo>
                    <a:pt x="19981" y="162041"/>
                  </a:lnTo>
                  <a:lnTo>
                    <a:pt x="44102" y="116862"/>
                  </a:lnTo>
                  <a:lnTo>
                    <a:pt x="76882" y="76882"/>
                  </a:lnTo>
                  <a:lnTo>
                    <a:pt x="116862" y="44101"/>
                  </a:lnTo>
                  <a:lnTo>
                    <a:pt x="162041" y="19981"/>
                  </a:lnTo>
                  <a:lnTo>
                    <a:pt x="211044" y="5090"/>
                  </a:lnTo>
                  <a:lnTo>
                    <a:pt x="262494" y="0"/>
                  </a:lnTo>
                  <a:lnTo>
                    <a:pt x="4461587" y="0"/>
                  </a:lnTo>
                  <a:lnTo>
                    <a:pt x="4513036" y="5090"/>
                  </a:lnTo>
                  <a:lnTo>
                    <a:pt x="4562039" y="19981"/>
                  </a:lnTo>
                  <a:lnTo>
                    <a:pt x="4607219" y="44101"/>
                  </a:lnTo>
                  <a:lnTo>
                    <a:pt x="4647198" y="76882"/>
                  </a:lnTo>
                  <a:lnTo>
                    <a:pt x="4679979" y="116862"/>
                  </a:lnTo>
                  <a:lnTo>
                    <a:pt x="4704100" y="162041"/>
                  </a:lnTo>
                  <a:lnTo>
                    <a:pt x="4718991" y="211044"/>
                  </a:lnTo>
                  <a:lnTo>
                    <a:pt x="4724081" y="262494"/>
                  </a:lnTo>
                  <a:lnTo>
                    <a:pt x="4718991" y="313943"/>
                  </a:lnTo>
                  <a:lnTo>
                    <a:pt x="4704100" y="362946"/>
                  </a:lnTo>
                  <a:lnTo>
                    <a:pt x="4679979" y="408125"/>
                  </a:lnTo>
                  <a:lnTo>
                    <a:pt x="4647198" y="448105"/>
                  </a:lnTo>
                  <a:lnTo>
                    <a:pt x="4607219" y="480886"/>
                  </a:lnTo>
                  <a:lnTo>
                    <a:pt x="4562039" y="505006"/>
                  </a:lnTo>
                  <a:lnTo>
                    <a:pt x="4513036" y="519897"/>
                  </a:lnTo>
                  <a:lnTo>
                    <a:pt x="4461587" y="524988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8041" y="3479823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5">
                  <a:moveTo>
                    <a:pt x="413049" y="826098"/>
                  </a:moveTo>
                  <a:lnTo>
                    <a:pt x="364879" y="823319"/>
                  </a:lnTo>
                  <a:lnTo>
                    <a:pt x="318340" y="815189"/>
                  </a:lnTo>
                  <a:lnTo>
                    <a:pt x="273744" y="802018"/>
                  </a:lnTo>
                  <a:lnTo>
                    <a:pt x="231400" y="784115"/>
                  </a:lnTo>
                  <a:lnTo>
                    <a:pt x="191618" y="761791"/>
                  </a:lnTo>
                  <a:lnTo>
                    <a:pt x="154708" y="735356"/>
                  </a:lnTo>
                  <a:lnTo>
                    <a:pt x="120979" y="705119"/>
                  </a:lnTo>
                  <a:lnTo>
                    <a:pt x="90742" y="671390"/>
                  </a:lnTo>
                  <a:lnTo>
                    <a:pt x="64306" y="634480"/>
                  </a:lnTo>
                  <a:lnTo>
                    <a:pt x="41982" y="594697"/>
                  </a:lnTo>
                  <a:lnTo>
                    <a:pt x="24080" y="552353"/>
                  </a:lnTo>
                  <a:lnTo>
                    <a:pt x="10908" y="507757"/>
                  </a:lnTo>
                  <a:lnTo>
                    <a:pt x="2778" y="461219"/>
                  </a:lnTo>
                  <a:lnTo>
                    <a:pt x="0" y="413049"/>
                  </a:lnTo>
                  <a:lnTo>
                    <a:pt x="2778" y="364879"/>
                  </a:lnTo>
                  <a:lnTo>
                    <a:pt x="10908" y="318341"/>
                  </a:lnTo>
                  <a:lnTo>
                    <a:pt x="24080" y="273744"/>
                  </a:lnTo>
                  <a:lnTo>
                    <a:pt x="41982" y="231400"/>
                  </a:lnTo>
                  <a:lnTo>
                    <a:pt x="64306" y="191618"/>
                  </a:lnTo>
                  <a:lnTo>
                    <a:pt x="90742" y="154708"/>
                  </a:lnTo>
                  <a:lnTo>
                    <a:pt x="120979" y="120979"/>
                  </a:lnTo>
                  <a:lnTo>
                    <a:pt x="154708" y="90742"/>
                  </a:lnTo>
                  <a:lnTo>
                    <a:pt x="191618" y="64306"/>
                  </a:lnTo>
                  <a:lnTo>
                    <a:pt x="231400" y="41982"/>
                  </a:lnTo>
                  <a:lnTo>
                    <a:pt x="273744" y="24080"/>
                  </a:lnTo>
                  <a:lnTo>
                    <a:pt x="318340" y="10908"/>
                  </a:lnTo>
                  <a:lnTo>
                    <a:pt x="364879" y="2778"/>
                  </a:lnTo>
                  <a:lnTo>
                    <a:pt x="413049" y="0"/>
                  </a:lnTo>
                  <a:lnTo>
                    <a:pt x="461219" y="2778"/>
                  </a:lnTo>
                  <a:lnTo>
                    <a:pt x="507757" y="10908"/>
                  </a:lnTo>
                  <a:lnTo>
                    <a:pt x="552353" y="24080"/>
                  </a:lnTo>
                  <a:lnTo>
                    <a:pt x="594697" y="41982"/>
                  </a:lnTo>
                  <a:lnTo>
                    <a:pt x="634480" y="64306"/>
                  </a:lnTo>
                  <a:lnTo>
                    <a:pt x="671390" y="90742"/>
                  </a:lnTo>
                  <a:lnTo>
                    <a:pt x="705119" y="120979"/>
                  </a:lnTo>
                  <a:lnTo>
                    <a:pt x="735356" y="154708"/>
                  </a:lnTo>
                  <a:lnTo>
                    <a:pt x="761791" y="191618"/>
                  </a:lnTo>
                  <a:lnTo>
                    <a:pt x="784115" y="231400"/>
                  </a:lnTo>
                  <a:lnTo>
                    <a:pt x="802018" y="273744"/>
                  </a:lnTo>
                  <a:lnTo>
                    <a:pt x="815189" y="318341"/>
                  </a:lnTo>
                  <a:lnTo>
                    <a:pt x="823319" y="364879"/>
                  </a:lnTo>
                  <a:lnTo>
                    <a:pt x="826098" y="413049"/>
                  </a:lnTo>
                  <a:lnTo>
                    <a:pt x="823319" y="461219"/>
                  </a:lnTo>
                  <a:lnTo>
                    <a:pt x="815189" y="507757"/>
                  </a:lnTo>
                  <a:lnTo>
                    <a:pt x="802018" y="552353"/>
                  </a:lnTo>
                  <a:lnTo>
                    <a:pt x="784115" y="594697"/>
                  </a:lnTo>
                  <a:lnTo>
                    <a:pt x="761791" y="634480"/>
                  </a:lnTo>
                  <a:lnTo>
                    <a:pt x="735356" y="671390"/>
                  </a:lnTo>
                  <a:lnTo>
                    <a:pt x="705119" y="705119"/>
                  </a:lnTo>
                  <a:lnTo>
                    <a:pt x="671390" y="735356"/>
                  </a:lnTo>
                  <a:lnTo>
                    <a:pt x="634480" y="761791"/>
                  </a:lnTo>
                  <a:lnTo>
                    <a:pt x="594697" y="784115"/>
                  </a:lnTo>
                  <a:lnTo>
                    <a:pt x="552353" y="802018"/>
                  </a:lnTo>
                  <a:lnTo>
                    <a:pt x="507757" y="815189"/>
                  </a:lnTo>
                  <a:lnTo>
                    <a:pt x="461219" y="823319"/>
                  </a:lnTo>
                  <a:lnTo>
                    <a:pt x="413049" y="8260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8043" y="3479820"/>
              <a:ext cx="824230" cy="824230"/>
            </a:xfrm>
            <a:custGeom>
              <a:avLst/>
              <a:gdLst/>
              <a:ahLst/>
              <a:cxnLst/>
              <a:rect l="l" t="t" r="r" b="b"/>
              <a:pathLst>
                <a:path w="824230" h="824229">
                  <a:moveTo>
                    <a:pt x="455380" y="823592"/>
                  </a:moveTo>
                  <a:lnTo>
                    <a:pt x="507728" y="815196"/>
                  </a:lnTo>
                  <a:lnTo>
                    <a:pt x="552329" y="802027"/>
                  </a:lnTo>
                  <a:lnTo>
                    <a:pt x="594679" y="784125"/>
                  </a:lnTo>
                  <a:lnTo>
                    <a:pt x="634466" y="761800"/>
                  </a:lnTo>
                  <a:lnTo>
                    <a:pt x="671381" y="735363"/>
                  </a:lnTo>
                  <a:lnTo>
                    <a:pt x="705114" y="705124"/>
                  </a:lnTo>
                  <a:lnTo>
                    <a:pt x="735355" y="671392"/>
                  </a:lnTo>
                  <a:lnTo>
                    <a:pt x="761793" y="634477"/>
                  </a:lnTo>
                  <a:lnTo>
                    <a:pt x="784119" y="594690"/>
                  </a:lnTo>
                  <a:lnTo>
                    <a:pt x="802022" y="552341"/>
                  </a:lnTo>
                  <a:lnTo>
                    <a:pt x="815193" y="507740"/>
                  </a:lnTo>
                  <a:lnTo>
                    <a:pt x="823322" y="461197"/>
                  </a:lnTo>
                  <a:lnTo>
                    <a:pt x="823649" y="455381"/>
                  </a:lnTo>
                </a:path>
                <a:path w="824230" h="824229">
                  <a:moveTo>
                    <a:pt x="823593" y="370725"/>
                  </a:moveTo>
                  <a:lnTo>
                    <a:pt x="815181" y="318308"/>
                  </a:lnTo>
                  <a:lnTo>
                    <a:pt x="802005" y="273710"/>
                  </a:lnTo>
                  <a:lnTo>
                    <a:pt x="784098" y="231365"/>
                  </a:lnTo>
                  <a:lnTo>
                    <a:pt x="761769" y="191584"/>
                  </a:lnTo>
                  <a:lnTo>
                    <a:pt x="735329" y="154675"/>
                  </a:lnTo>
                  <a:lnTo>
                    <a:pt x="705088" y="120949"/>
                  </a:lnTo>
                  <a:lnTo>
                    <a:pt x="671356" y="90715"/>
                  </a:lnTo>
                  <a:lnTo>
                    <a:pt x="634443" y="64284"/>
                  </a:lnTo>
                  <a:lnTo>
                    <a:pt x="594659" y="41964"/>
                  </a:lnTo>
                  <a:lnTo>
                    <a:pt x="552315" y="24066"/>
                  </a:lnTo>
                  <a:lnTo>
                    <a:pt x="507719" y="10900"/>
                  </a:lnTo>
                  <a:lnTo>
                    <a:pt x="461183" y="2775"/>
                  </a:lnTo>
                  <a:lnTo>
                    <a:pt x="413015" y="0"/>
                  </a:lnTo>
                  <a:lnTo>
                    <a:pt x="364849" y="2782"/>
                  </a:lnTo>
                  <a:lnTo>
                    <a:pt x="318315" y="10915"/>
                  </a:lnTo>
                  <a:lnTo>
                    <a:pt x="273724" y="24087"/>
                  </a:lnTo>
                  <a:lnTo>
                    <a:pt x="231384" y="41990"/>
                  </a:lnTo>
                  <a:lnTo>
                    <a:pt x="191607" y="64314"/>
                  </a:lnTo>
                  <a:lnTo>
                    <a:pt x="154701" y="90747"/>
                  </a:lnTo>
                  <a:lnTo>
                    <a:pt x="120977" y="120981"/>
                  </a:lnTo>
                  <a:lnTo>
                    <a:pt x="90743" y="154706"/>
                  </a:lnTo>
                  <a:lnTo>
                    <a:pt x="64310" y="191613"/>
                  </a:lnTo>
                  <a:lnTo>
                    <a:pt x="41987" y="231390"/>
                  </a:lnTo>
                  <a:lnTo>
                    <a:pt x="24085" y="273729"/>
                  </a:lnTo>
                  <a:lnTo>
                    <a:pt x="10913" y="318320"/>
                  </a:lnTo>
                  <a:lnTo>
                    <a:pt x="2781" y="364853"/>
                  </a:lnTo>
                  <a:lnTo>
                    <a:pt x="0" y="413019"/>
                  </a:lnTo>
                  <a:lnTo>
                    <a:pt x="2774" y="461185"/>
                  </a:lnTo>
                  <a:lnTo>
                    <a:pt x="10900" y="507721"/>
                  </a:lnTo>
                  <a:lnTo>
                    <a:pt x="24066" y="552316"/>
                  </a:lnTo>
                  <a:lnTo>
                    <a:pt x="41963" y="594659"/>
                  </a:lnTo>
                  <a:lnTo>
                    <a:pt x="64282" y="634442"/>
                  </a:lnTo>
                  <a:lnTo>
                    <a:pt x="90713" y="671355"/>
                  </a:lnTo>
                  <a:lnTo>
                    <a:pt x="120946" y="705086"/>
                  </a:lnTo>
                  <a:lnTo>
                    <a:pt x="154671" y="735327"/>
                  </a:lnTo>
                  <a:lnTo>
                    <a:pt x="191578" y="761766"/>
                  </a:lnTo>
                  <a:lnTo>
                    <a:pt x="231359" y="784095"/>
                  </a:lnTo>
                  <a:lnTo>
                    <a:pt x="273702" y="802003"/>
                  </a:lnTo>
                  <a:lnTo>
                    <a:pt x="318299" y="815180"/>
                  </a:lnTo>
                  <a:lnTo>
                    <a:pt x="364839" y="823315"/>
                  </a:lnTo>
                  <a:lnTo>
                    <a:pt x="370711" y="823650"/>
                  </a:lnTo>
                </a:path>
              </a:pathLst>
            </a:custGeom>
            <a:ln w="196961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8713" y="18813708"/>
            <a:ext cx="4634105" cy="856173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243307" y="18068574"/>
            <a:ext cx="5800725" cy="1021080"/>
            <a:chOff x="243307" y="18068574"/>
            <a:chExt cx="5800725" cy="1021080"/>
          </a:xfrm>
        </p:grpSpPr>
        <p:sp>
          <p:nvSpPr>
            <p:cNvPr id="44" name="object 44"/>
            <p:cNvSpPr/>
            <p:nvPr/>
          </p:nvSpPr>
          <p:spPr>
            <a:xfrm>
              <a:off x="754836" y="18247581"/>
              <a:ext cx="5288915" cy="539750"/>
            </a:xfrm>
            <a:custGeom>
              <a:avLst/>
              <a:gdLst/>
              <a:ahLst/>
              <a:cxnLst/>
              <a:rect l="l" t="t" r="r" b="b"/>
              <a:pathLst>
                <a:path w="5288915" h="539750">
                  <a:moveTo>
                    <a:pt x="5019148" y="539291"/>
                  </a:moveTo>
                  <a:lnTo>
                    <a:pt x="269645" y="539291"/>
                  </a:lnTo>
                  <a:lnTo>
                    <a:pt x="216794" y="534062"/>
                  </a:lnTo>
                  <a:lnTo>
                    <a:pt x="166456" y="518766"/>
                  </a:lnTo>
                  <a:lnTo>
                    <a:pt x="120046" y="493987"/>
                  </a:lnTo>
                  <a:lnTo>
                    <a:pt x="78977" y="460313"/>
                  </a:lnTo>
                  <a:lnTo>
                    <a:pt x="45303" y="419245"/>
                  </a:lnTo>
                  <a:lnTo>
                    <a:pt x="20525" y="372834"/>
                  </a:lnTo>
                  <a:lnTo>
                    <a:pt x="5229" y="322496"/>
                  </a:lnTo>
                  <a:lnTo>
                    <a:pt x="0" y="269645"/>
                  </a:lnTo>
                  <a:lnTo>
                    <a:pt x="5229" y="216794"/>
                  </a:lnTo>
                  <a:lnTo>
                    <a:pt x="20525" y="166456"/>
                  </a:lnTo>
                  <a:lnTo>
                    <a:pt x="45303" y="120046"/>
                  </a:lnTo>
                  <a:lnTo>
                    <a:pt x="78977" y="78978"/>
                  </a:lnTo>
                  <a:lnTo>
                    <a:pt x="120046" y="45303"/>
                  </a:lnTo>
                  <a:lnTo>
                    <a:pt x="166456" y="20525"/>
                  </a:lnTo>
                  <a:lnTo>
                    <a:pt x="216794" y="5228"/>
                  </a:lnTo>
                  <a:lnTo>
                    <a:pt x="269645" y="0"/>
                  </a:lnTo>
                  <a:lnTo>
                    <a:pt x="5019148" y="0"/>
                  </a:lnTo>
                  <a:lnTo>
                    <a:pt x="5071999" y="5228"/>
                  </a:lnTo>
                  <a:lnTo>
                    <a:pt x="5122337" y="20525"/>
                  </a:lnTo>
                  <a:lnTo>
                    <a:pt x="5168748" y="45303"/>
                  </a:lnTo>
                  <a:lnTo>
                    <a:pt x="5209817" y="78978"/>
                  </a:lnTo>
                  <a:lnTo>
                    <a:pt x="5243491" y="120046"/>
                  </a:lnTo>
                  <a:lnTo>
                    <a:pt x="5268269" y="166456"/>
                  </a:lnTo>
                  <a:lnTo>
                    <a:pt x="5283565" y="216794"/>
                  </a:lnTo>
                  <a:lnTo>
                    <a:pt x="5288794" y="269645"/>
                  </a:lnTo>
                  <a:lnTo>
                    <a:pt x="5283565" y="322496"/>
                  </a:lnTo>
                  <a:lnTo>
                    <a:pt x="5268269" y="372834"/>
                  </a:lnTo>
                  <a:lnTo>
                    <a:pt x="5243491" y="419245"/>
                  </a:lnTo>
                  <a:lnTo>
                    <a:pt x="5209817" y="460313"/>
                  </a:lnTo>
                  <a:lnTo>
                    <a:pt x="5168748" y="493987"/>
                  </a:lnTo>
                  <a:lnTo>
                    <a:pt x="5122337" y="518766"/>
                  </a:lnTo>
                  <a:lnTo>
                    <a:pt x="5071999" y="534062"/>
                  </a:lnTo>
                  <a:lnTo>
                    <a:pt x="5019148" y="539291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1786" y="18167058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4">
                  <a:moveTo>
                    <a:pt x="413049" y="826098"/>
                  </a:moveTo>
                  <a:lnTo>
                    <a:pt x="364879" y="823319"/>
                  </a:lnTo>
                  <a:lnTo>
                    <a:pt x="318340" y="815189"/>
                  </a:lnTo>
                  <a:lnTo>
                    <a:pt x="273744" y="802018"/>
                  </a:lnTo>
                  <a:lnTo>
                    <a:pt x="231400" y="784115"/>
                  </a:lnTo>
                  <a:lnTo>
                    <a:pt x="191618" y="761791"/>
                  </a:lnTo>
                  <a:lnTo>
                    <a:pt x="154708" y="735356"/>
                  </a:lnTo>
                  <a:lnTo>
                    <a:pt x="120979" y="705119"/>
                  </a:lnTo>
                  <a:lnTo>
                    <a:pt x="90742" y="671390"/>
                  </a:lnTo>
                  <a:lnTo>
                    <a:pt x="64306" y="634480"/>
                  </a:lnTo>
                  <a:lnTo>
                    <a:pt x="41982" y="594698"/>
                  </a:lnTo>
                  <a:lnTo>
                    <a:pt x="24080" y="552353"/>
                  </a:lnTo>
                  <a:lnTo>
                    <a:pt x="10908" y="507757"/>
                  </a:lnTo>
                  <a:lnTo>
                    <a:pt x="2778" y="461219"/>
                  </a:lnTo>
                  <a:lnTo>
                    <a:pt x="0" y="413049"/>
                  </a:lnTo>
                  <a:lnTo>
                    <a:pt x="2778" y="364879"/>
                  </a:lnTo>
                  <a:lnTo>
                    <a:pt x="10908" y="318340"/>
                  </a:lnTo>
                  <a:lnTo>
                    <a:pt x="24080" y="273744"/>
                  </a:lnTo>
                  <a:lnTo>
                    <a:pt x="41982" y="231400"/>
                  </a:lnTo>
                  <a:lnTo>
                    <a:pt x="64306" y="191618"/>
                  </a:lnTo>
                  <a:lnTo>
                    <a:pt x="90742" y="154708"/>
                  </a:lnTo>
                  <a:lnTo>
                    <a:pt x="120979" y="120979"/>
                  </a:lnTo>
                  <a:lnTo>
                    <a:pt x="154708" y="90742"/>
                  </a:lnTo>
                  <a:lnTo>
                    <a:pt x="191618" y="64306"/>
                  </a:lnTo>
                  <a:lnTo>
                    <a:pt x="231400" y="41982"/>
                  </a:lnTo>
                  <a:lnTo>
                    <a:pt x="273744" y="24080"/>
                  </a:lnTo>
                  <a:lnTo>
                    <a:pt x="318340" y="10908"/>
                  </a:lnTo>
                  <a:lnTo>
                    <a:pt x="364879" y="2778"/>
                  </a:lnTo>
                  <a:lnTo>
                    <a:pt x="413049" y="0"/>
                  </a:lnTo>
                  <a:lnTo>
                    <a:pt x="461219" y="2778"/>
                  </a:lnTo>
                  <a:lnTo>
                    <a:pt x="507757" y="10908"/>
                  </a:lnTo>
                  <a:lnTo>
                    <a:pt x="552353" y="24080"/>
                  </a:lnTo>
                  <a:lnTo>
                    <a:pt x="594697" y="41982"/>
                  </a:lnTo>
                  <a:lnTo>
                    <a:pt x="634480" y="64306"/>
                  </a:lnTo>
                  <a:lnTo>
                    <a:pt x="671390" y="90742"/>
                  </a:lnTo>
                  <a:lnTo>
                    <a:pt x="705119" y="120979"/>
                  </a:lnTo>
                  <a:lnTo>
                    <a:pt x="735356" y="154708"/>
                  </a:lnTo>
                  <a:lnTo>
                    <a:pt x="761791" y="191618"/>
                  </a:lnTo>
                  <a:lnTo>
                    <a:pt x="784115" y="231400"/>
                  </a:lnTo>
                  <a:lnTo>
                    <a:pt x="802018" y="273744"/>
                  </a:lnTo>
                  <a:lnTo>
                    <a:pt x="815189" y="318340"/>
                  </a:lnTo>
                  <a:lnTo>
                    <a:pt x="823319" y="364879"/>
                  </a:lnTo>
                  <a:lnTo>
                    <a:pt x="826098" y="413049"/>
                  </a:lnTo>
                  <a:lnTo>
                    <a:pt x="823319" y="461219"/>
                  </a:lnTo>
                  <a:lnTo>
                    <a:pt x="815189" y="507757"/>
                  </a:lnTo>
                  <a:lnTo>
                    <a:pt x="802018" y="552353"/>
                  </a:lnTo>
                  <a:lnTo>
                    <a:pt x="784115" y="594698"/>
                  </a:lnTo>
                  <a:lnTo>
                    <a:pt x="761791" y="634480"/>
                  </a:lnTo>
                  <a:lnTo>
                    <a:pt x="735356" y="671390"/>
                  </a:lnTo>
                  <a:lnTo>
                    <a:pt x="705119" y="705119"/>
                  </a:lnTo>
                  <a:lnTo>
                    <a:pt x="671390" y="735356"/>
                  </a:lnTo>
                  <a:lnTo>
                    <a:pt x="634480" y="761791"/>
                  </a:lnTo>
                  <a:lnTo>
                    <a:pt x="594697" y="784115"/>
                  </a:lnTo>
                  <a:lnTo>
                    <a:pt x="552353" y="802018"/>
                  </a:lnTo>
                  <a:lnTo>
                    <a:pt x="507757" y="815189"/>
                  </a:lnTo>
                  <a:lnTo>
                    <a:pt x="461219" y="823319"/>
                  </a:lnTo>
                  <a:lnTo>
                    <a:pt x="413049" y="8260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1788" y="18167055"/>
              <a:ext cx="824230" cy="824230"/>
            </a:xfrm>
            <a:custGeom>
              <a:avLst/>
              <a:gdLst/>
              <a:ahLst/>
              <a:cxnLst/>
              <a:rect l="l" t="t" r="r" b="b"/>
              <a:pathLst>
                <a:path w="824230" h="824230">
                  <a:moveTo>
                    <a:pt x="455393" y="823593"/>
                  </a:moveTo>
                  <a:lnTo>
                    <a:pt x="507728" y="815197"/>
                  </a:lnTo>
                  <a:lnTo>
                    <a:pt x="552329" y="802028"/>
                  </a:lnTo>
                  <a:lnTo>
                    <a:pt x="594678" y="784126"/>
                  </a:lnTo>
                  <a:lnTo>
                    <a:pt x="634466" y="761801"/>
                  </a:lnTo>
                  <a:lnTo>
                    <a:pt x="671381" y="735364"/>
                  </a:lnTo>
                  <a:lnTo>
                    <a:pt x="705114" y="705125"/>
                  </a:lnTo>
                  <a:lnTo>
                    <a:pt x="735355" y="671393"/>
                  </a:lnTo>
                  <a:lnTo>
                    <a:pt x="761793" y="634479"/>
                  </a:lnTo>
                  <a:lnTo>
                    <a:pt x="784119" y="594692"/>
                  </a:lnTo>
                  <a:lnTo>
                    <a:pt x="802022" y="552343"/>
                  </a:lnTo>
                  <a:lnTo>
                    <a:pt x="815193" y="507742"/>
                  </a:lnTo>
                  <a:lnTo>
                    <a:pt x="823322" y="461199"/>
                  </a:lnTo>
                  <a:lnTo>
                    <a:pt x="823649" y="455383"/>
                  </a:lnTo>
                </a:path>
                <a:path w="824230" h="824230">
                  <a:moveTo>
                    <a:pt x="823593" y="370725"/>
                  </a:moveTo>
                  <a:lnTo>
                    <a:pt x="815181" y="318309"/>
                  </a:lnTo>
                  <a:lnTo>
                    <a:pt x="802005" y="273711"/>
                  </a:lnTo>
                  <a:lnTo>
                    <a:pt x="784098" y="231367"/>
                  </a:lnTo>
                  <a:lnTo>
                    <a:pt x="761769" y="191585"/>
                  </a:lnTo>
                  <a:lnTo>
                    <a:pt x="735329" y="154676"/>
                  </a:lnTo>
                  <a:lnTo>
                    <a:pt x="705088" y="120950"/>
                  </a:lnTo>
                  <a:lnTo>
                    <a:pt x="671356" y="90716"/>
                  </a:lnTo>
                  <a:lnTo>
                    <a:pt x="634443" y="64285"/>
                  </a:lnTo>
                  <a:lnTo>
                    <a:pt x="594659" y="41965"/>
                  </a:lnTo>
                  <a:lnTo>
                    <a:pt x="552315" y="24067"/>
                  </a:lnTo>
                  <a:lnTo>
                    <a:pt x="507719" y="10901"/>
                  </a:lnTo>
                  <a:lnTo>
                    <a:pt x="461183" y="2776"/>
                  </a:lnTo>
                  <a:lnTo>
                    <a:pt x="413015" y="0"/>
                  </a:lnTo>
                  <a:lnTo>
                    <a:pt x="364849" y="2783"/>
                  </a:lnTo>
                  <a:lnTo>
                    <a:pt x="318315" y="10916"/>
                  </a:lnTo>
                  <a:lnTo>
                    <a:pt x="273724" y="24089"/>
                  </a:lnTo>
                  <a:lnTo>
                    <a:pt x="231384" y="41992"/>
                  </a:lnTo>
                  <a:lnTo>
                    <a:pt x="191607" y="64315"/>
                  </a:lnTo>
                  <a:lnTo>
                    <a:pt x="154701" y="90748"/>
                  </a:lnTo>
                  <a:lnTo>
                    <a:pt x="120977" y="120983"/>
                  </a:lnTo>
                  <a:lnTo>
                    <a:pt x="90743" y="154708"/>
                  </a:lnTo>
                  <a:lnTo>
                    <a:pt x="64310" y="191614"/>
                  </a:lnTo>
                  <a:lnTo>
                    <a:pt x="41987" y="231391"/>
                  </a:lnTo>
                  <a:lnTo>
                    <a:pt x="24085" y="273730"/>
                  </a:lnTo>
                  <a:lnTo>
                    <a:pt x="10913" y="318321"/>
                  </a:lnTo>
                  <a:lnTo>
                    <a:pt x="2781" y="364855"/>
                  </a:lnTo>
                  <a:lnTo>
                    <a:pt x="0" y="413020"/>
                  </a:lnTo>
                  <a:lnTo>
                    <a:pt x="2775" y="461187"/>
                  </a:lnTo>
                  <a:lnTo>
                    <a:pt x="10900" y="507722"/>
                  </a:lnTo>
                  <a:lnTo>
                    <a:pt x="24066" y="552317"/>
                  </a:lnTo>
                  <a:lnTo>
                    <a:pt x="41963" y="594661"/>
                  </a:lnTo>
                  <a:lnTo>
                    <a:pt x="64282" y="634444"/>
                  </a:lnTo>
                  <a:lnTo>
                    <a:pt x="90713" y="671356"/>
                  </a:lnTo>
                  <a:lnTo>
                    <a:pt x="120946" y="705087"/>
                  </a:lnTo>
                  <a:lnTo>
                    <a:pt x="154671" y="735328"/>
                  </a:lnTo>
                  <a:lnTo>
                    <a:pt x="191579" y="761768"/>
                  </a:lnTo>
                  <a:lnTo>
                    <a:pt x="231359" y="784096"/>
                  </a:lnTo>
                  <a:lnTo>
                    <a:pt x="273702" y="802004"/>
                  </a:lnTo>
                  <a:lnTo>
                    <a:pt x="318299" y="815181"/>
                  </a:lnTo>
                  <a:lnTo>
                    <a:pt x="364839" y="823316"/>
                  </a:lnTo>
                  <a:lnTo>
                    <a:pt x="370698" y="823651"/>
                  </a:lnTo>
                </a:path>
              </a:pathLst>
            </a:custGeom>
            <a:ln w="196961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11800" algn="l"/>
              </a:tabLst>
            </a:pPr>
            <a:r>
              <a:rPr spc="150" dirty="0"/>
              <a:t>INCIETEC</a:t>
            </a:r>
            <a:r>
              <a:rPr dirty="0"/>
              <a:t>	</a:t>
            </a:r>
            <a:r>
              <a:rPr spc="-360" dirty="0"/>
              <a:t>2025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634515" y="3705354"/>
            <a:ext cx="2681933" cy="3449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789" dirty="0" err="1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35" dirty="0" err="1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455" dirty="0" err="1">
                <a:solidFill>
                  <a:schemeClr val="bg1"/>
                </a:solidFill>
                <a:latin typeface="Arial Black"/>
                <a:cs typeface="Arial Black"/>
              </a:rPr>
              <a:t>bb</a:t>
            </a:r>
            <a:r>
              <a:rPr sz="2150" spc="-130" dirty="0" err="1">
                <a:solidFill>
                  <a:schemeClr val="bg1"/>
                </a:solidFill>
                <a:latin typeface="Arial Black"/>
                <a:cs typeface="Arial Black"/>
              </a:rPr>
              <a:t>b</a:t>
            </a:r>
            <a:r>
              <a:rPr sz="2150" spc="-720" dirty="0" err="1">
                <a:solidFill>
                  <a:schemeClr val="bg1"/>
                </a:solidFill>
                <a:latin typeface="Arial Black"/>
                <a:cs typeface="Arial Black"/>
              </a:rPr>
              <a:t>jj</a:t>
            </a:r>
            <a:r>
              <a:rPr sz="2150" spc="-140" dirty="0" err="1">
                <a:solidFill>
                  <a:schemeClr val="bg1"/>
                </a:solidFill>
                <a:latin typeface="Arial Black"/>
                <a:cs typeface="Arial Black"/>
              </a:rPr>
              <a:t>j</a:t>
            </a:r>
            <a:r>
              <a:rPr sz="2150" spc="-1435" dirty="0" err="1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150" spc="-140" dirty="0" err="1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150" spc="-955" dirty="0" err="1">
                <a:solidFill>
                  <a:schemeClr val="bg1"/>
                </a:solidFill>
                <a:latin typeface="Arial Black"/>
                <a:cs typeface="Arial Black"/>
              </a:rPr>
              <a:t>tt</a:t>
            </a:r>
            <a:r>
              <a:rPr sz="2150" spc="-130" dirty="0" err="1">
                <a:solidFill>
                  <a:schemeClr val="bg1"/>
                </a:solidFill>
                <a:latin typeface="Arial Black"/>
                <a:cs typeface="Arial Black"/>
              </a:rPr>
              <a:t>t</a:t>
            </a:r>
            <a:r>
              <a:rPr sz="2150" spc="-720" dirty="0" err="1">
                <a:solidFill>
                  <a:schemeClr val="bg1"/>
                </a:solidFill>
                <a:latin typeface="Arial Black"/>
                <a:cs typeface="Arial Black"/>
              </a:rPr>
              <a:t>ii</a:t>
            </a:r>
            <a:r>
              <a:rPr sz="2150" spc="-140" dirty="0" err="1">
                <a:solidFill>
                  <a:schemeClr val="bg1"/>
                </a:solidFill>
                <a:latin typeface="Arial Black"/>
                <a:cs typeface="Arial Black"/>
              </a:rPr>
              <a:t>i</a:t>
            </a:r>
            <a:r>
              <a:rPr sz="2150" spc="-1320" dirty="0" err="1">
                <a:solidFill>
                  <a:schemeClr val="bg1"/>
                </a:solidFill>
                <a:latin typeface="Arial Black"/>
                <a:cs typeface="Arial Black"/>
              </a:rPr>
              <a:t>vv</a:t>
            </a:r>
            <a:r>
              <a:rPr sz="2150" spc="-155" dirty="0" err="1">
                <a:solidFill>
                  <a:schemeClr val="bg1"/>
                </a:solidFill>
                <a:latin typeface="Arial Black"/>
                <a:cs typeface="Arial Black"/>
              </a:rPr>
              <a:t>v</a:t>
            </a:r>
            <a:r>
              <a:rPr sz="2150" spc="-1440" dirty="0" err="1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35" dirty="0" err="1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lang="es-ES" sz="2150" spc="-135" dirty="0">
                <a:solidFill>
                  <a:schemeClr val="bg1"/>
                </a:solidFill>
                <a:latin typeface="Arial Black"/>
                <a:cs typeface="Arial Black"/>
              </a:rPr>
              <a:t> General</a:t>
            </a:r>
            <a:r>
              <a:rPr lang="es-ES" sz="2150" spc="-1320" dirty="0">
                <a:solidFill>
                  <a:schemeClr val="bg1"/>
                </a:solidFill>
                <a:latin typeface="Arial Black"/>
                <a:cs typeface="Arial Black"/>
              </a:rPr>
              <a:t>    </a:t>
            </a:r>
            <a:endParaRPr sz="21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134058" y="7503952"/>
            <a:ext cx="1774189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840" dirty="0">
                <a:solidFill>
                  <a:schemeClr val="bg1"/>
                </a:solidFill>
                <a:latin typeface="Arial Black"/>
                <a:cs typeface="Arial Black"/>
              </a:rPr>
              <a:t>II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I</a:t>
            </a:r>
            <a:r>
              <a:rPr sz="2150" spc="-1450" dirty="0">
                <a:solidFill>
                  <a:schemeClr val="bg1"/>
                </a:solidFill>
                <a:latin typeface="Arial Black"/>
                <a:cs typeface="Arial Black"/>
              </a:rPr>
              <a:t>nn</a:t>
            </a:r>
            <a:r>
              <a:rPr sz="2150" spc="-140" dirty="0">
                <a:solidFill>
                  <a:schemeClr val="bg1"/>
                </a:solidFill>
                <a:latin typeface="Arial Black"/>
                <a:cs typeface="Arial Black"/>
              </a:rPr>
              <a:t>n</a:t>
            </a:r>
            <a:r>
              <a:rPr sz="2150" spc="-955" dirty="0">
                <a:solidFill>
                  <a:schemeClr val="bg1"/>
                </a:solidFill>
                <a:latin typeface="Arial Black"/>
                <a:cs typeface="Arial Black"/>
              </a:rPr>
              <a:t>tt</a:t>
            </a:r>
            <a:r>
              <a:rPr sz="2150" spc="-130" dirty="0">
                <a:solidFill>
                  <a:schemeClr val="bg1"/>
                </a:solidFill>
                <a:latin typeface="Arial Black"/>
                <a:cs typeface="Arial Black"/>
              </a:rPr>
              <a:t>t</a:t>
            </a:r>
            <a:r>
              <a:rPr sz="2150" spc="-955" dirty="0">
                <a:solidFill>
                  <a:schemeClr val="bg1"/>
                </a:solidFill>
                <a:latin typeface="Arial Black"/>
                <a:cs typeface="Arial Black"/>
              </a:rPr>
              <a:t>rr</a:t>
            </a:r>
            <a:r>
              <a:rPr sz="2150" spc="-160" dirty="0">
                <a:solidFill>
                  <a:schemeClr val="bg1"/>
                </a:solidFill>
                <a:latin typeface="Arial Black"/>
                <a:cs typeface="Arial Black"/>
              </a:rPr>
              <a:t>r</a:t>
            </a:r>
            <a:r>
              <a:rPr sz="2150" spc="-1440" dirty="0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35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440" dirty="0">
                <a:solidFill>
                  <a:schemeClr val="bg1"/>
                </a:solidFill>
                <a:latin typeface="Arial Black"/>
                <a:cs typeface="Arial Black"/>
              </a:rPr>
              <a:t>dd</a:t>
            </a:r>
            <a:r>
              <a:rPr sz="2150" spc="-130" dirty="0">
                <a:solidFill>
                  <a:schemeClr val="bg1"/>
                </a:solidFill>
                <a:latin typeface="Arial Black"/>
                <a:cs typeface="Arial Black"/>
              </a:rPr>
              <a:t>d</a:t>
            </a:r>
            <a:r>
              <a:rPr sz="2150" spc="-1450" dirty="0">
                <a:solidFill>
                  <a:schemeClr val="bg1"/>
                </a:solidFill>
                <a:latin typeface="Arial Black"/>
                <a:cs typeface="Arial Black"/>
              </a:rPr>
              <a:t>uu</a:t>
            </a:r>
            <a:r>
              <a:rPr sz="2150" spc="-135" dirty="0">
                <a:solidFill>
                  <a:schemeClr val="bg1"/>
                </a:solidFill>
                <a:latin typeface="Arial Black"/>
                <a:cs typeface="Arial Black"/>
              </a:rPr>
              <a:t>u</a:t>
            </a:r>
            <a:r>
              <a:rPr sz="2150" spc="-1440" dirty="0">
                <a:solidFill>
                  <a:schemeClr val="bg1"/>
                </a:solidFill>
                <a:latin typeface="Arial Black"/>
                <a:cs typeface="Arial Black"/>
              </a:rPr>
              <a:t>cc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c</a:t>
            </a:r>
            <a:r>
              <a:rPr sz="2150" spc="-1440" dirty="0">
                <a:solidFill>
                  <a:schemeClr val="bg1"/>
                </a:solidFill>
                <a:latin typeface="Arial Black"/>
                <a:cs typeface="Arial Black"/>
              </a:rPr>
              <a:t>cc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c</a:t>
            </a:r>
            <a:r>
              <a:rPr sz="2150" spc="-720" dirty="0">
                <a:solidFill>
                  <a:schemeClr val="bg1"/>
                </a:solidFill>
                <a:latin typeface="Arial Black"/>
                <a:cs typeface="Arial Black"/>
              </a:rPr>
              <a:t>ii</a:t>
            </a:r>
            <a:r>
              <a:rPr sz="2150" spc="-140" dirty="0">
                <a:solidFill>
                  <a:schemeClr val="bg1"/>
                </a:solidFill>
                <a:latin typeface="Arial Black"/>
                <a:cs typeface="Arial Black"/>
              </a:rPr>
              <a:t>i</a:t>
            </a:r>
            <a:r>
              <a:rPr sz="2150" spc="-1440" dirty="0">
                <a:solidFill>
                  <a:schemeClr val="bg1"/>
                </a:solidFill>
                <a:latin typeface="Arial Black"/>
                <a:cs typeface="Arial Black"/>
              </a:rPr>
              <a:t>óó</a:t>
            </a:r>
            <a:r>
              <a:rPr sz="2150" spc="-135" dirty="0">
                <a:solidFill>
                  <a:schemeClr val="bg1"/>
                </a:solidFill>
                <a:latin typeface="Arial Black"/>
                <a:cs typeface="Arial Black"/>
              </a:rPr>
              <a:t>ó</a:t>
            </a:r>
            <a:r>
              <a:rPr sz="2150" spc="-1450" dirty="0">
                <a:solidFill>
                  <a:schemeClr val="bg1"/>
                </a:solidFill>
                <a:latin typeface="Arial Black"/>
                <a:cs typeface="Arial Black"/>
              </a:rPr>
              <a:t>nn</a:t>
            </a:r>
            <a:r>
              <a:rPr sz="2150" spc="-40" dirty="0">
                <a:solidFill>
                  <a:schemeClr val="bg1"/>
                </a:solidFill>
                <a:latin typeface="Arial Black"/>
                <a:cs typeface="Arial Black"/>
              </a:rPr>
              <a:t>n</a:t>
            </a:r>
            <a:endParaRPr sz="21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80002" y="3705354"/>
            <a:ext cx="172847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2039" dirty="0">
                <a:solidFill>
                  <a:schemeClr val="bg1"/>
                </a:solidFill>
                <a:latin typeface="Arial Black"/>
                <a:cs typeface="Arial Black"/>
              </a:rPr>
              <a:t>MM</a:t>
            </a:r>
            <a:r>
              <a:rPr sz="2150" spc="-135" dirty="0">
                <a:solidFill>
                  <a:schemeClr val="bg1"/>
                </a:solidFill>
                <a:latin typeface="Arial Black"/>
                <a:cs typeface="Arial Black"/>
              </a:rPr>
              <a:t>M</a:t>
            </a:r>
            <a:r>
              <a:rPr sz="2150" spc="-1440" dirty="0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150" spc="-960" dirty="0">
                <a:solidFill>
                  <a:schemeClr val="bg1"/>
                </a:solidFill>
                <a:latin typeface="Arial Black"/>
                <a:cs typeface="Arial Black"/>
              </a:rPr>
              <a:t>tt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t</a:t>
            </a:r>
            <a:r>
              <a:rPr sz="2150" spc="-1445" dirty="0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40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445" dirty="0">
                <a:solidFill>
                  <a:schemeClr val="bg1"/>
                </a:solidFill>
                <a:latin typeface="Arial Black"/>
                <a:cs typeface="Arial Black"/>
              </a:rPr>
              <a:t>dd</a:t>
            </a:r>
            <a:r>
              <a:rPr sz="2150" spc="-135" dirty="0">
                <a:solidFill>
                  <a:schemeClr val="bg1"/>
                </a:solidFill>
                <a:latin typeface="Arial Black"/>
                <a:cs typeface="Arial Black"/>
              </a:rPr>
              <a:t>d</a:t>
            </a:r>
            <a:r>
              <a:rPr sz="2150" spc="-1445" dirty="0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40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725" dirty="0">
                <a:solidFill>
                  <a:schemeClr val="bg1"/>
                </a:solidFill>
                <a:latin typeface="Arial Black"/>
                <a:cs typeface="Arial Black"/>
              </a:rPr>
              <a:t>ll</a:t>
            </a:r>
            <a:r>
              <a:rPr sz="2150" spc="-140" dirty="0">
                <a:solidFill>
                  <a:schemeClr val="bg1"/>
                </a:solidFill>
                <a:latin typeface="Arial Black"/>
                <a:cs typeface="Arial Black"/>
              </a:rPr>
              <a:t>l</a:t>
            </a:r>
            <a:r>
              <a:rPr sz="2150" spc="-1445" dirty="0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440" dirty="0">
                <a:solidFill>
                  <a:schemeClr val="bg1"/>
                </a:solidFill>
                <a:latin typeface="Arial Black"/>
                <a:cs typeface="Arial Black"/>
              </a:rPr>
              <a:t>gg</a:t>
            </a:r>
            <a:r>
              <a:rPr sz="2150" spc="-150" dirty="0">
                <a:solidFill>
                  <a:schemeClr val="bg1"/>
                </a:solidFill>
                <a:latin typeface="Arial Black"/>
                <a:cs typeface="Arial Black"/>
              </a:rPr>
              <a:t>g</a:t>
            </a:r>
            <a:r>
              <a:rPr sz="2150" spc="-720" dirty="0">
                <a:solidFill>
                  <a:schemeClr val="bg1"/>
                </a:solidFill>
                <a:latin typeface="Arial Black"/>
                <a:cs typeface="Arial Black"/>
              </a:rPr>
              <a:t>íí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í</a:t>
            </a:r>
            <a:r>
              <a:rPr sz="2150" spc="-1445" dirty="0">
                <a:solidFill>
                  <a:schemeClr val="bg1"/>
                </a:solidFill>
                <a:latin typeface="Arial Black"/>
                <a:cs typeface="Arial Black"/>
              </a:rPr>
              <a:t>aa</a:t>
            </a:r>
            <a:r>
              <a:rPr sz="2150" spc="-45" dirty="0">
                <a:solidFill>
                  <a:schemeClr val="bg1"/>
                </a:solidFill>
                <a:latin typeface="Arial Black"/>
                <a:cs typeface="Arial Black"/>
              </a:rPr>
              <a:t>a</a:t>
            </a:r>
            <a:endParaRPr sz="21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04544" y="12401969"/>
            <a:ext cx="15240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689" dirty="0">
                <a:solidFill>
                  <a:schemeClr val="bg1"/>
                </a:solidFill>
                <a:latin typeface="Arial Black"/>
                <a:cs typeface="Arial Black"/>
              </a:rPr>
              <a:t>RR</a:t>
            </a:r>
            <a:r>
              <a:rPr sz="2150" spc="-190" dirty="0">
                <a:solidFill>
                  <a:schemeClr val="bg1"/>
                </a:solidFill>
                <a:latin typeface="Arial Black"/>
                <a:cs typeface="Arial Black"/>
              </a:rPr>
              <a:t>R</a:t>
            </a:r>
            <a:r>
              <a:rPr sz="2150" spc="-1450" dirty="0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150" spc="-155" dirty="0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150" spc="-1335" dirty="0">
                <a:solidFill>
                  <a:schemeClr val="bg1"/>
                </a:solidFill>
                <a:latin typeface="Arial Black"/>
                <a:cs typeface="Arial Black"/>
              </a:rPr>
              <a:t>ss</a:t>
            </a:r>
            <a:r>
              <a:rPr sz="2150" spc="-160" dirty="0">
                <a:solidFill>
                  <a:schemeClr val="bg1"/>
                </a:solidFill>
                <a:latin typeface="Arial Black"/>
                <a:cs typeface="Arial Black"/>
              </a:rPr>
              <a:t>s</a:t>
            </a:r>
            <a:r>
              <a:rPr sz="2150" spc="-1465" dirty="0">
                <a:solidFill>
                  <a:schemeClr val="bg1"/>
                </a:solidFill>
                <a:latin typeface="Arial Black"/>
                <a:cs typeface="Arial Black"/>
              </a:rPr>
              <a:t>uu</a:t>
            </a:r>
            <a:r>
              <a:rPr sz="2150" spc="-150" dirty="0">
                <a:solidFill>
                  <a:schemeClr val="bg1"/>
                </a:solidFill>
                <a:latin typeface="Arial Black"/>
                <a:cs typeface="Arial Black"/>
              </a:rPr>
              <a:t>u</a:t>
            </a:r>
            <a:r>
              <a:rPr sz="2150" spc="-735" dirty="0">
                <a:solidFill>
                  <a:schemeClr val="bg1"/>
                </a:solidFill>
                <a:latin typeface="Arial Black"/>
                <a:cs typeface="Arial Black"/>
              </a:rPr>
              <a:t>ll</a:t>
            </a:r>
            <a:r>
              <a:rPr sz="2150" spc="-150" dirty="0">
                <a:solidFill>
                  <a:schemeClr val="bg1"/>
                </a:solidFill>
                <a:latin typeface="Arial Black"/>
                <a:cs typeface="Arial Black"/>
              </a:rPr>
              <a:t>l</a:t>
            </a:r>
            <a:r>
              <a:rPr sz="2150" spc="-969" dirty="0">
                <a:solidFill>
                  <a:schemeClr val="bg1"/>
                </a:solidFill>
                <a:latin typeface="Arial Black"/>
                <a:cs typeface="Arial Black"/>
              </a:rPr>
              <a:t>tt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t</a:t>
            </a:r>
            <a:r>
              <a:rPr sz="2150" spc="-1455" dirty="0">
                <a:solidFill>
                  <a:schemeClr val="bg1"/>
                </a:solidFill>
                <a:latin typeface="Arial Black"/>
                <a:cs typeface="Arial Black"/>
              </a:rPr>
              <a:t>aa</a:t>
            </a:r>
            <a:r>
              <a:rPr sz="2150" spc="-155" dirty="0">
                <a:solidFill>
                  <a:schemeClr val="bg1"/>
                </a:solidFill>
                <a:latin typeface="Arial Black"/>
                <a:cs typeface="Arial Black"/>
              </a:rPr>
              <a:t>a</a:t>
            </a:r>
            <a:r>
              <a:rPr sz="2150" spc="-1455" dirty="0">
                <a:solidFill>
                  <a:schemeClr val="bg1"/>
                </a:solidFill>
                <a:latin typeface="Arial Black"/>
                <a:cs typeface="Arial Black"/>
              </a:rPr>
              <a:t>dd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d</a:t>
            </a:r>
            <a:r>
              <a:rPr sz="2150" spc="-1455" dirty="0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50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335" dirty="0">
                <a:solidFill>
                  <a:schemeClr val="bg1"/>
                </a:solidFill>
                <a:latin typeface="Arial Black"/>
                <a:cs typeface="Arial Black"/>
              </a:rPr>
              <a:t>ss</a:t>
            </a:r>
            <a:r>
              <a:rPr sz="2150" spc="-55" dirty="0">
                <a:solidFill>
                  <a:schemeClr val="bg1"/>
                </a:solidFill>
                <a:latin typeface="Arial Black"/>
                <a:cs typeface="Arial Black"/>
              </a:rPr>
              <a:t>s</a:t>
            </a:r>
            <a:endParaRPr sz="21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67714" y="16169628"/>
            <a:ext cx="183959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689" dirty="0">
                <a:solidFill>
                  <a:schemeClr val="bg1"/>
                </a:solidFill>
                <a:latin typeface="Arial Black"/>
                <a:cs typeface="Arial Black"/>
              </a:rPr>
              <a:t>CC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C</a:t>
            </a:r>
            <a:r>
              <a:rPr sz="2150" spc="-1450" dirty="0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460" dirty="0">
                <a:solidFill>
                  <a:schemeClr val="bg1"/>
                </a:solidFill>
                <a:latin typeface="Arial Black"/>
                <a:cs typeface="Arial Black"/>
              </a:rPr>
              <a:t>nn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n</a:t>
            </a:r>
            <a:r>
              <a:rPr sz="2150" spc="-1450" dirty="0">
                <a:solidFill>
                  <a:schemeClr val="bg1"/>
                </a:solidFill>
                <a:latin typeface="Arial Black"/>
                <a:cs typeface="Arial Black"/>
              </a:rPr>
              <a:t>cc</a:t>
            </a:r>
            <a:r>
              <a:rPr sz="2150" spc="-155" dirty="0">
                <a:solidFill>
                  <a:schemeClr val="bg1"/>
                </a:solidFill>
                <a:latin typeface="Arial Black"/>
                <a:cs typeface="Arial Black"/>
              </a:rPr>
              <a:t>c</a:t>
            </a:r>
            <a:r>
              <a:rPr sz="2150" spc="-730" dirty="0">
                <a:solidFill>
                  <a:schemeClr val="bg1"/>
                </a:solidFill>
                <a:latin typeface="Arial Black"/>
                <a:cs typeface="Arial Black"/>
              </a:rPr>
              <a:t>ll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l</a:t>
            </a:r>
            <a:r>
              <a:rPr sz="2150" spc="-1460" dirty="0">
                <a:solidFill>
                  <a:schemeClr val="bg1"/>
                </a:solidFill>
                <a:latin typeface="Arial Black"/>
                <a:cs typeface="Arial Black"/>
              </a:rPr>
              <a:t>uu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u</a:t>
            </a:r>
            <a:r>
              <a:rPr sz="2150" spc="-1330" dirty="0">
                <a:solidFill>
                  <a:schemeClr val="bg1"/>
                </a:solidFill>
                <a:latin typeface="Arial Black"/>
                <a:cs typeface="Arial Black"/>
              </a:rPr>
              <a:t>ss</a:t>
            </a:r>
            <a:r>
              <a:rPr sz="2150" spc="-155" dirty="0">
                <a:solidFill>
                  <a:schemeClr val="bg1"/>
                </a:solidFill>
                <a:latin typeface="Arial Black"/>
                <a:cs typeface="Arial Black"/>
              </a:rPr>
              <a:t>s</a:t>
            </a:r>
            <a:r>
              <a:rPr sz="2150" spc="-730" dirty="0">
                <a:solidFill>
                  <a:schemeClr val="bg1"/>
                </a:solidFill>
                <a:latin typeface="Arial Black"/>
                <a:cs typeface="Arial Black"/>
              </a:rPr>
              <a:t>ii</a:t>
            </a:r>
            <a:r>
              <a:rPr sz="2150" spc="-150" dirty="0">
                <a:solidFill>
                  <a:schemeClr val="bg1"/>
                </a:solidFill>
                <a:latin typeface="Arial Black"/>
                <a:cs typeface="Arial Black"/>
              </a:rPr>
              <a:t>i</a:t>
            </a:r>
            <a:r>
              <a:rPr sz="2150" spc="-1450" dirty="0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460" dirty="0">
                <a:solidFill>
                  <a:schemeClr val="bg1"/>
                </a:solidFill>
                <a:latin typeface="Arial Black"/>
                <a:cs typeface="Arial Black"/>
              </a:rPr>
              <a:t>nn</a:t>
            </a:r>
            <a:r>
              <a:rPr sz="2150" spc="-145" dirty="0">
                <a:solidFill>
                  <a:schemeClr val="bg1"/>
                </a:solidFill>
                <a:latin typeface="Arial Black"/>
                <a:cs typeface="Arial Black"/>
              </a:rPr>
              <a:t>n</a:t>
            </a:r>
            <a:r>
              <a:rPr sz="2150" spc="-1445" dirty="0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150" spc="-150" dirty="0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150" spc="-1330" dirty="0">
                <a:solidFill>
                  <a:schemeClr val="bg1"/>
                </a:solidFill>
                <a:latin typeface="Arial Black"/>
                <a:cs typeface="Arial Black"/>
              </a:rPr>
              <a:t>ss</a:t>
            </a:r>
            <a:r>
              <a:rPr sz="2150" spc="-50" dirty="0">
                <a:solidFill>
                  <a:schemeClr val="bg1"/>
                </a:solidFill>
                <a:latin typeface="Arial Black"/>
                <a:cs typeface="Arial Black"/>
              </a:rPr>
              <a:t>s</a:t>
            </a:r>
            <a:endParaRPr sz="21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828009" y="18340733"/>
            <a:ext cx="14884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580" dirty="0">
                <a:solidFill>
                  <a:schemeClr val="bg1"/>
                </a:solidFill>
                <a:latin typeface="Arial Black"/>
                <a:cs typeface="Arial Black"/>
              </a:rPr>
              <a:t>RR</a:t>
            </a:r>
            <a:r>
              <a:rPr sz="2000" spc="-180" dirty="0">
                <a:solidFill>
                  <a:schemeClr val="bg1"/>
                </a:solidFill>
                <a:latin typeface="Arial Black"/>
                <a:cs typeface="Arial Black"/>
              </a:rPr>
              <a:t>R</a:t>
            </a:r>
            <a:r>
              <a:rPr sz="2000" spc="-1355" dirty="0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000" spc="-145" dirty="0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000" spc="-805" dirty="0">
                <a:solidFill>
                  <a:schemeClr val="bg1"/>
                </a:solidFill>
                <a:latin typeface="Arial Black"/>
                <a:cs typeface="Arial Black"/>
              </a:rPr>
              <a:t>ff</a:t>
            </a:r>
            <a:r>
              <a:rPr sz="2000" spc="-145" dirty="0">
                <a:solidFill>
                  <a:schemeClr val="bg1"/>
                </a:solidFill>
                <a:latin typeface="Arial Black"/>
                <a:cs typeface="Arial Black"/>
              </a:rPr>
              <a:t>f</a:t>
            </a:r>
            <a:r>
              <a:rPr sz="2000" spc="-1355" dirty="0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000" spc="-145" dirty="0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000" spc="-915" dirty="0">
                <a:solidFill>
                  <a:schemeClr val="bg1"/>
                </a:solidFill>
                <a:latin typeface="Arial Black"/>
                <a:cs typeface="Arial Black"/>
              </a:rPr>
              <a:t>rr</a:t>
            </a:r>
            <a:r>
              <a:rPr sz="2000" spc="-170" dirty="0">
                <a:solidFill>
                  <a:schemeClr val="bg1"/>
                </a:solidFill>
                <a:latin typeface="Arial Black"/>
                <a:cs typeface="Arial Black"/>
              </a:rPr>
              <a:t>r</a:t>
            </a:r>
            <a:r>
              <a:rPr sz="2000" spc="-1355" dirty="0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000" spc="-145" dirty="0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000" spc="-1370" dirty="0">
                <a:solidFill>
                  <a:schemeClr val="bg1"/>
                </a:solidFill>
                <a:latin typeface="Arial Black"/>
                <a:cs typeface="Arial Black"/>
              </a:rPr>
              <a:t>nn</a:t>
            </a:r>
            <a:r>
              <a:rPr sz="2000" spc="-140" dirty="0">
                <a:solidFill>
                  <a:schemeClr val="bg1"/>
                </a:solidFill>
                <a:latin typeface="Arial Black"/>
                <a:cs typeface="Arial Black"/>
              </a:rPr>
              <a:t>n</a:t>
            </a:r>
            <a:r>
              <a:rPr sz="2000" spc="-1360" dirty="0">
                <a:solidFill>
                  <a:schemeClr val="bg1"/>
                </a:solidFill>
                <a:latin typeface="Arial Black"/>
                <a:cs typeface="Arial Black"/>
              </a:rPr>
              <a:t>cc</a:t>
            </a:r>
            <a:r>
              <a:rPr sz="2000" spc="-150" dirty="0">
                <a:solidFill>
                  <a:schemeClr val="bg1"/>
                </a:solidFill>
                <a:latin typeface="Arial Black"/>
                <a:cs typeface="Arial Black"/>
              </a:rPr>
              <a:t>c</a:t>
            </a:r>
            <a:r>
              <a:rPr sz="2000" spc="-685" dirty="0">
                <a:solidFill>
                  <a:schemeClr val="bg1"/>
                </a:solidFill>
                <a:latin typeface="Arial Black"/>
                <a:cs typeface="Arial Black"/>
              </a:rPr>
              <a:t>ii</a:t>
            </a:r>
            <a:r>
              <a:rPr sz="2000" spc="-145" dirty="0">
                <a:solidFill>
                  <a:schemeClr val="bg1"/>
                </a:solidFill>
                <a:latin typeface="Arial Black"/>
                <a:cs typeface="Arial Black"/>
              </a:rPr>
              <a:t>i</a:t>
            </a:r>
            <a:r>
              <a:rPr sz="2000" spc="-1360" dirty="0">
                <a:solidFill>
                  <a:schemeClr val="bg1"/>
                </a:solidFill>
                <a:latin typeface="Arial Black"/>
                <a:cs typeface="Arial Black"/>
              </a:rPr>
              <a:t>aa</a:t>
            </a:r>
            <a:r>
              <a:rPr sz="2000" spc="-145" dirty="0">
                <a:solidFill>
                  <a:schemeClr val="bg1"/>
                </a:solidFill>
                <a:latin typeface="Arial Black"/>
                <a:cs typeface="Arial Black"/>
              </a:rPr>
              <a:t>a</a:t>
            </a:r>
            <a:r>
              <a:rPr sz="2000" spc="-1250" dirty="0">
                <a:solidFill>
                  <a:schemeClr val="bg1"/>
                </a:solidFill>
                <a:latin typeface="Arial Black"/>
                <a:cs typeface="Arial Black"/>
              </a:rPr>
              <a:t>ss</a:t>
            </a:r>
            <a:r>
              <a:rPr sz="2000" spc="-55" dirty="0">
                <a:solidFill>
                  <a:schemeClr val="bg1"/>
                </a:solidFill>
                <a:latin typeface="Arial Black"/>
                <a:cs typeface="Arial Black"/>
              </a:rPr>
              <a:t>s</a:t>
            </a:r>
            <a:endParaRPr sz="200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C093504-3686-A1B7-274B-9893F9AE125F}"/>
              </a:ext>
            </a:extLst>
          </p:cNvPr>
          <p:cNvSpPr txBox="1"/>
          <p:nvPr/>
        </p:nvSpPr>
        <p:spPr>
          <a:xfrm>
            <a:off x="-318482" y="2495891"/>
            <a:ext cx="14211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Autores: Camilo Andrés Quintero Ruiz,  Andrés Felipe Giraldo Aristizábal</a:t>
            </a:r>
            <a:r>
              <a:rPr lang="es-ES" baseline="30000" dirty="0"/>
              <a:t>2</a:t>
            </a:r>
          </a:p>
          <a:p>
            <a:pPr algn="ctr"/>
            <a:endParaRPr lang="es-ES" baseline="30000" dirty="0"/>
          </a:p>
          <a:p>
            <a:pPr algn="ctr"/>
            <a:r>
              <a:rPr lang="es-ES" baseline="300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cquintero75@unilasallista.edu.co</a:t>
            </a:r>
            <a:r>
              <a:rPr lang="es-ES" baseline="30000" dirty="0">
                <a:solidFill>
                  <a:schemeClr val="bg1"/>
                </a:solidFill>
              </a:rPr>
              <a:t>, agiraldo60@unilasallista.edu.co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BE6132A-3910-A3A2-590E-CC9562831A55}"/>
              </a:ext>
            </a:extLst>
          </p:cNvPr>
          <p:cNvSpPr/>
          <p:nvPr/>
        </p:nvSpPr>
        <p:spPr>
          <a:xfrm>
            <a:off x="0" y="6343979"/>
            <a:ext cx="7071294" cy="213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7" name="object 26">
            <a:extLst>
              <a:ext uri="{FF2B5EF4-FFF2-40B4-BE49-F238E27FC236}">
                <a16:creationId xmlns:a16="http://schemas.microsoft.com/office/drawing/2014/main" id="{F920A399-53B9-132A-AB9C-5821D4B42904}"/>
              </a:ext>
            </a:extLst>
          </p:cNvPr>
          <p:cNvGrpSpPr/>
          <p:nvPr/>
        </p:nvGrpSpPr>
        <p:grpSpPr>
          <a:xfrm>
            <a:off x="269049" y="7757751"/>
            <a:ext cx="5413375" cy="1021080"/>
            <a:chOff x="129562" y="3381339"/>
            <a:chExt cx="5413375" cy="1021080"/>
          </a:xfrm>
        </p:grpSpPr>
        <p:sp>
          <p:nvSpPr>
            <p:cNvPr id="58" name="object 27">
              <a:extLst>
                <a:ext uri="{FF2B5EF4-FFF2-40B4-BE49-F238E27FC236}">
                  <a16:creationId xmlns:a16="http://schemas.microsoft.com/office/drawing/2014/main" id="{3D99FC09-F5BB-6760-5D30-2654D1582232}"/>
                </a:ext>
              </a:extLst>
            </p:cNvPr>
            <p:cNvSpPr/>
            <p:nvPr/>
          </p:nvSpPr>
          <p:spPr>
            <a:xfrm>
              <a:off x="818527" y="3630378"/>
              <a:ext cx="4724400" cy="525145"/>
            </a:xfrm>
            <a:custGeom>
              <a:avLst/>
              <a:gdLst/>
              <a:ahLst/>
              <a:cxnLst/>
              <a:rect l="l" t="t" r="r" b="b"/>
              <a:pathLst>
                <a:path w="4724400" h="525145">
                  <a:moveTo>
                    <a:pt x="4461587" y="524988"/>
                  </a:moveTo>
                  <a:lnTo>
                    <a:pt x="262494" y="524988"/>
                  </a:lnTo>
                  <a:lnTo>
                    <a:pt x="211044" y="519897"/>
                  </a:lnTo>
                  <a:lnTo>
                    <a:pt x="162041" y="505006"/>
                  </a:lnTo>
                  <a:lnTo>
                    <a:pt x="116862" y="480886"/>
                  </a:lnTo>
                  <a:lnTo>
                    <a:pt x="76882" y="448105"/>
                  </a:lnTo>
                  <a:lnTo>
                    <a:pt x="44102" y="408125"/>
                  </a:lnTo>
                  <a:lnTo>
                    <a:pt x="19981" y="362946"/>
                  </a:lnTo>
                  <a:lnTo>
                    <a:pt x="5090" y="313943"/>
                  </a:lnTo>
                  <a:lnTo>
                    <a:pt x="0" y="262494"/>
                  </a:lnTo>
                  <a:lnTo>
                    <a:pt x="5090" y="211044"/>
                  </a:lnTo>
                  <a:lnTo>
                    <a:pt x="19981" y="162041"/>
                  </a:lnTo>
                  <a:lnTo>
                    <a:pt x="44102" y="116862"/>
                  </a:lnTo>
                  <a:lnTo>
                    <a:pt x="76882" y="76882"/>
                  </a:lnTo>
                  <a:lnTo>
                    <a:pt x="116862" y="44101"/>
                  </a:lnTo>
                  <a:lnTo>
                    <a:pt x="162041" y="19981"/>
                  </a:lnTo>
                  <a:lnTo>
                    <a:pt x="211044" y="5090"/>
                  </a:lnTo>
                  <a:lnTo>
                    <a:pt x="262494" y="0"/>
                  </a:lnTo>
                  <a:lnTo>
                    <a:pt x="4461587" y="0"/>
                  </a:lnTo>
                  <a:lnTo>
                    <a:pt x="4513036" y="5090"/>
                  </a:lnTo>
                  <a:lnTo>
                    <a:pt x="4562039" y="19981"/>
                  </a:lnTo>
                  <a:lnTo>
                    <a:pt x="4607219" y="44101"/>
                  </a:lnTo>
                  <a:lnTo>
                    <a:pt x="4647198" y="76882"/>
                  </a:lnTo>
                  <a:lnTo>
                    <a:pt x="4679979" y="116862"/>
                  </a:lnTo>
                  <a:lnTo>
                    <a:pt x="4704100" y="162041"/>
                  </a:lnTo>
                  <a:lnTo>
                    <a:pt x="4718991" y="211044"/>
                  </a:lnTo>
                  <a:lnTo>
                    <a:pt x="4724081" y="262494"/>
                  </a:lnTo>
                  <a:lnTo>
                    <a:pt x="4718991" y="313943"/>
                  </a:lnTo>
                  <a:lnTo>
                    <a:pt x="4704100" y="362946"/>
                  </a:lnTo>
                  <a:lnTo>
                    <a:pt x="4679979" y="408125"/>
                  </a:lnTo>
                  <a:lnTo>
                    <a:pt x="4647198" y="448105"/>
                  </a:lnTo>
                  <a:lnTo>
                    <a:pt x="4607219" y="480886"/>
                  </a:lnTo>
                  <a:lnTo>
                    <a:pt x="4562039" y="505006"/>
                  </a:lnTo>
                  <a:lnTo>
                    <a:pt x="4513036" y="519897"/>
                  </a:lnTo>
                  <a:lnTo>
                    <a:pt x="4461587" y="524988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9" name="object 28">
              <a:extLst>
                <a:ext uri="{FF2B5EF4-FFF2-40B4-BE49-F238E27FC236}">
                  <a16:creationId xmlns:a16="http://schemas.microsoft.com/office/drawing/2014/main" id="{349BBF09-14E6-82D7-0193-61B5D8BEBFE6}"/>
                </a:ext>
              </a:extLst>
            </p:cNvPr>
            <p:cNvSpPr/>
            <p:nvPr/>
          </p:nvSpPr>
          <p:spPr>
            <a:xfrm>
              <a:off x="228041" y="3479823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5">
                  <a:moveTo>
                    <a:pt x="413049" y="826098"/>
                  </a:moveTo>
                  <a:lnTo>
                    <a:pt x="364879" y="823319"/>
                  </a:lnTo>
                  <a:lnTo>
                    <a:pt x="318340" y="815189"/>
                  </a:lnTo>
                  <a:lnTo>
                    <a:pt x="273744" y="802018"/>
                  </a:lnTo>
                  <a:lnTo>
                    <a:pt x="231400" y="784115"/>
                  </a:lnTo>
                  <a:lnTo>
                    <a:pt x="191618" y="761791"/>
                  </a:lnTo>
                  <a:lnTo>
                    <a:pt x="154708" y="735356"/>
                  </a:lnTo>
                  <a:lnTo>
                    <a:pt x="120979" y="705119"/>
                  </a:lnTo>
                  <a:lnTo>
                    <a:pt x="90742" y="671390"/>
                  </a:lnTo>
                  <a:lnTo>
                    <a:pt x="64306" y="634480"/>
                  </a:lnTo>
                  <a:lnTo>
                    <a:pt x="41982" y="594697"/>
                  </a:lnTo>
                  <a:lnTo>
                    <a:pt x="24080" y="552353"/>
                  </a:lnTo>
                  <a:lnTo>
                    <a:pt x="10908" y="507757"/>
                  </a:lnTo>
                  <a:lnTo>
                    <a:pt x="2778" y="461219"/>
                  </a:lnTo>
                  <a:lnTo>
                    <a:pt x="0" y="413049"/>
                  </a:lnTo>
                  <a:lnTo>
                    <a:pt x="2778" y="364879"/>
                  </a:lnTo>
                  <a:lnTo>
                    <a:pt x="10908" y="318341"/>
                  </a:lnTo>
                  <a:lnTo>
                    <a:pt x="24080" y="273744"/>
                  </a:lnTo>
                  <a:lnTo>
                    <a:pt x="41982" y="231400"/>
                  </a:lnTo>
                  <a:lnTo>
                    <a:pt x="64306" y="191618"/>
                  </a:lnTo>
                  <a:lnTo>
                    <a:pt x="90742" y="154708"/>
                  </a:lnTo>
                  <a:lnTo>
                    <a:pt x="120979" y="120979"/>
                  </a:lnTo>
                  <a:lnTo>
                    <a:pt x="154708" y="90742"/>
                  </a:lnTo>
                  <a:lnTo>
                    <a:pt x="191618" y="64306"/>
                  </a:lnTo>
                  <a:lnTo>
                    <a:pt x="231400" y="41982"/>
                  </a:lnTo>
                  <a:lnTo>
                    <a:pt x="273744" y="24080"/>
                  </a:lnTo>
                  <a:lnTo>
                    <a:pt x="318340" y="10908"/>
                  </a:lnTo>
                  <a:lnTo>
                    <a:pt x="364879" y="2778"/>
                  </a:lnTo>
                  <a:lnTo>
                    <a:pt x="413049" y="0"/>
                  </a:lnTo>
                  <a:lnTo>
                    <a:pt x="461219" y="2778"/>
                  </a:lnTo>
                  <a:lnTo>
                    <a:pt x="507757" y="10908"/>
                  </a:lnTo>
                  <a:lnTo>
                    <a:pt x="552353" y="24080"/>
                  </a:lnTo>
                  <a:lnTo>
                    <a:pt x="594697" y="41982"/>
                  </a:lnTo>
                  <a:lnTo>
                    <a:pt x="634480" y="64306"/>
                  </a:lnTo>
                  <a:lnTo>
                    <a:pt x="671390" y="90742"/>
                  </a:lnTo>
                  <a:lnTo>
                    <a:pt x="705119" y="120979"/>
                  </a:lnTo>
                  <a:lnTo>
                    <a:pt x="735356" y="154708"/>
                  </a:lnTo>
                  <a:lnTo>
                    <a:pt x="761791" y="191618"/>
                  </a:lnTo>
                  <a:lnTo>
                    <a:pt x="784115" y="231400"/>
                  </a:lnTo>
                  <a:lnTo>
                    <a:pt x="802018" y="273744"/>
                  </a:lnTo>
                  <a:lnTo>
                    <a:pt x="815189" y="318341"/>
                  </a:lnTo>
                  <a:lnTo>
                    <a:pt x="823319" y="364879"/>
                  </a:lnTo>
                  <a:lnTo>
                    <a:pt x="826098" y="413049"/>
                  </a:lnTo>
                  <a:lnTo>
                    <a:pt x="823319" y="461219"/>
                  </a:lnTo>
                  <a:lnTo>
                    <a:pt x="815189" y="507757"/>
                  </a:lnTo>
                  <a:lnTo>
                    <a:pt x="802018" y="552353"/>
                  </a:lnTo>
                  <a:lnTo>
                    <a:pt x="784115" y="594697"/>
                  </a:lnTo>
                  <a:lnTo>
                    <a:pt x="761791" y="634480"/>
                  </a:lnTo>
                  <a:lnTo>
                    <a:pt x="735356" y="671390"/>
                  </a:lnTo>
                  <a:lnTo>
                    <a:pt x="705119" y="705119"/>
                  </a:lnTo>
                  <a:lnTo>
                    <a:pt x="671390" y="735356"/>
                  </a:lnTo>
                  <a:lnTo>
                    <a:pt x="634480" y="761791"/>
                  </a:lnTo>
                  <a:lnTo>
                    <a:pt x="594697" y="784115"/>
                  </a:lnTo>
                  <a:lnTo>
                    <a:pt x="552353" y="802018"/>
                  </a:lnTo>
                  <a:lnTo>
                    <a:pt x="507757" y="815189"/>
                  </a:lnTo>
                  <a:lnTo>
                    <a:pt x="461219" y="823319"/>
                  </a:lnTo>
                  <a:lnTo>
                    <a:pt x="413049" y="8260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29">
              <a:extLst>
                <a:ext uri="{FF2B5EF4-FFF2-40B4-BE49-F238E27FC236}">
                  <a16:creationId xmlns:a16="http://schemas.microsoft.com/office/drawing/2014/main" id="{2BF4A1B9-4BBD-C0EE-82FE-CBD38621765A}"/>
                </a:ext>
              </a:extLst>
            </p:cNvPr>
            <p:cNvSpPr/>
            <p:nvPr/>
          </p:nvSpPr>
          <p:spPr>
            <a:xfrm>
              <a:off x="228043" y="3479820"/>
              <a:ext cx="824230" cy="824230"/>
            </a:xfrm>
            <a:custGeom>
              <a:avLst/>
              <a:gdLst/>
              <a:ahLst/>
              <a:cxnLst/>
              <a:rect l="l" t="t" r="r" b="b"/>
              <a:pathLst>
                <a:path w="824230" h="824229">
                  <a:moveTo>
                    <a:pt x="455380" y="823592"/>
                  </a:moveTo>
                  <a:lnTo>
                    <a:pt x="507728" y="815196"/>
                  </a:lnTo>
                  <a:lnTo>
                    <a:pt x="552329" y="802027"/>
                  </a:lnTo>
                  <a:lnTo>
                    <a:pt x="594679" y="784125"/>
                  </a:lnTo>
                  <a:lnTo>
                    <a:pt x="634466" y="761800"/>
                  </a:lnTo>
                  <a:lnTo>
                    <a:pt x="671381" y="735363"/>
                  </a:lnTo>
                  <a:lnTo>
                    <a:pt x="705114" y="705124"/>
                  </a:lnTo>
                  <a:lnTo>
                    <a:pt x="735355" y="671392"/>
                  </a:lnTo>
                  <a:lnTo>
                    <a:pt x="761793" y="634477"/>
                  </a:lnTo>
                  <a:lnTo>
                    <a:pt x="784119" y="594690"/>
                  </a:lnTo>
                  <a:lnTo>
                    <a:pt x="802022" y="552341"/>
                  </a:lnTo>
                  <a:lnTo>
                    <a:pt x="815193" y="507740"/>
                  </a:lnTo>
                  <a:lnTo>
                    <a:pt x="823322" y="461197"/>
                  </a:lnTo>
                  <a:lnTo>
                    <a:pt x="823649" y="455381"/>
                  </a:lnTo>
                </a:path>
                <a:path w="824230" h="824229">
                  <a:moveTo>
                    <a:pt x="823593" y="370725"/>
                  </a:moveTo>
                  <a:lnTo>
                    <a:pt x="815181" y="318308"/>
                  </a:lnTo>
                  <a:lnTo>
                    <a:pt x="802005" y="273710"/>
                  </a:lnTo>
                  <a:lnTo>
                    <a:pt x="784098" y="231365"/>
                  </a:lnTo>
                  <a:lnTo>
                    <a:pt x="761769" y="191584"/>
                  </a:lnTo>
                  <a:lnTo>
                    <a:pt x="735329" y="154675"/>
                  </a:lnTo>
                  <a:lnTo>
                    <a:pt x="705088" y="120949"/>
                  </a:lnTo>
                  <a:lnTo>
                    <a:pt x="671356" y="90715"/>
                  </a:lnTo>
                  <a:lnTo>
                    <a:pt x="634443" y="64284"/>
                  </a:lnTo>
                  <a:lnTo>
                    <a:pt x="594659" y="41964"/>
                  </a:lnTo>
                  <a:lnTo>
                    <a:pt x="552315" y="24066"/>
                  </a:lnTo>
                  <a:lnTo>
                    <a:pt x="507719" y="10900"/>
                  </a:lnTo>
                  <a:lnTo>
                    <a:pt x="461183" y="2775"/>
                  </a:lnTo>
                  <a:lnTo>
                    <a:pt x="413015" y="0"/>
                  </a:lnTo>
                  <a:lnTo>
                    <a:pt x="364849" y="2782"/>
                  </a:lnTo>
                  <a:lnTo>
                    <a:pt x="318315" y="10915"/>
                  </a:lnTo>
                  <a:lnTo>
                    <a:pt x="273724" y="24087"/>
                  </a:lnTo>
                  <a:lnTo>
                    <a:pt x="231384" y="41990"/>
                  </a:lnTo>
                  <a:lnTo>
                    <a:pt x="191607" y="64314"/>
                  </a:lnTo>
                  <a:lnTo>
                    <a:pt x="154701" y="90747"/>
                  </a:lnTo>
                  <a:lnTo>
                    <a:pt x="120977" y="120981"/>
                  </a:lnTo>
                  <a:lnTo>
                    <a:pt x="90743" y="154706"/>
                  </a:lnTo>
                  <a:lnTo>
                    <a:pt x="64310" y="191613"/>
                  </a:lnTo>
                  <a:lnTo>
                    <a:pt x="41987" y="231390"/>
                  </a:lnTo>
                  <a:lnTo>
                    <a:pt x="24085" y="273729"/>
                  </a:lnTo>
                  <a:lnTo>
                    <a:pt x="10913" y="318320"/>
                  </a:lnTo>
                  <a:lnTo>
                    <a:pt x="2781" y="364853"/>
                  </a:lnTo>
                  <a:lnTo>
                    <a:pt x="0" y="413019"/>
                  </a:lnTo>
                  <a:lnTo>
                    <a:pt x="2774" y="461185"/>
                  </a:lnTo>
                  <a:lnTo>
                    <a:pt x="10900" y="507721"/>
                  </a:lnTo>
                  <a:lnTo>
                    <a:pt x="24066" y="552316"/>
                  </a:lnTo>
                  <a:lnTo>
                    <a:pt x="41963" y="594659"/>
                  </a:lnTo>
                  <a:lnTo>
                    <a:pt x="64282" y="634442"/>
                  </a:lnTo>
                  <a:lnTo>
                    <a:pt x="90713" y="671355"/>
                  </a:lnTo>
                  <a:lnTo>
                    <a:pt x="120946" y="705086"/>
                  </a:lnTo>
                  <a:lnTo>
                    <a:pt x="154671" y="735327"/>
                  </a:lnTo>
                  <a:lnTo>
                    <a:pt x="191578" y="761766"/>
                  </a:lnTo>
                  <a:lnTo>
                    <a:pt x="231359" y="784095"/>
                  </a:lnTo>
                  <a:lnTo>
                    <a:pt x="273702" y="802003"/>
                  </a:lnTo>
                  <a:lnTo>
                    <a:pt x="318299" y="815180"/>
                  </a:lnTo>
                  <a:lnTo>
                    <a:pt x="364839" y="823315"/>
                  </a:lnTo>
                  <a:lnTo>
                    <a:pt x="370711" y="823650"/>
                  </a:lnTo>
                </a:path>
              </a:pathLst>
            </a:custGeom>
            <a:ln w="196961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49">
            <a:extLst>
              <a:ext uri="{FF2B5EF4-FFF2-40B4-BE49-F238E27FC236}">
                <a16:creationId xmlns:a16="http://schemas.microsoft.com/office/drawing/2014/main" id="{9395BEB6-BD55-77D4-ABA2-EA8F427FE59C}"/>
              </a:ext>
            </a:extLst>
          </p:cNvPr>
          <p:cNvSpPr txBox="1"/>
          <p:nvPr/>
        </p:nvSpPr>
        <p:spPr>
          <a:xfrm>
            <a:off x="1559290" y="8090864"/>
            <a:ext cx="3336560" cy="3449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1789" dirty="0" err="1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35" dirty="0" err="1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455" dirty="0" err="1">
                <a:solidFill>
                  <a:schemeClr val="bg1"/>
                </a:solidFill>
                <a:latin typeface="Arial Black"/>
                <a:cs typeface="Arial Black"/>
              </a:rPr>
              <a:t>bb</a:t>
            </a:r>
            <a:r>
              <a:rPr sz="2150" spc="-130" dirty="0" err="1">
                <a:solidFill>
                  <a:schemeClr val="bg1"/>
                </a:solidFill>
                <a:latin typeface="Arial Black"/>
                <a:cs typeface="Arial Black"/>
              </a:rPr>
              <a:t>b</a:t>
            </a:r>
            <a:r>
              <a:rPr sz="2150" spc="-720" dirty="0" err="1">
                <a:solidFill>
                  <a:schemeClr val="bg1"/>
                </a:solidFill>
                <a:latin typeface="Arial Black"/>
                <a:cs typeface="Arial Black"/>
              </a:rPr>
              <a:t>jj</a:t>
            </a:r>
            <a:r>
              <a:rPr sz="2150" spc="-140" dirty="0" err="1">
                <a:solidFill>
                  <a:schemeClr val="bg1"/>
                </a:solidFill>
                <a:latin typeface="Arial Black"/>
                <a:cs typeface="Arial Black"/>
              </a:rPr>
              <a:t>j</a:t>
            </a:r>
            <a:r>
              <a:rPr sz="2150" spc="-1435" dirty="0" err="1">
                <a:solidFill>
                  <a:schemeClr val="bg1"/>
                </a:solidFill>
                <a:latin typeface="Arial Black"/>
                <a:cs typeface="Arial Black"/>
              </a:rPr>
              <a:t>ee</a:t>
            </a:r>
            <a:r>
              <a:rPr sz="2150" spc="-140" dirty="0" err="1">
                <a:solidFill>
                  <a:schemeClr val="bg1"/>
                </a:solidFill>
                <a:latin typeface="Arial Black"/>
                <a:cs typeface="Arial Black"/>
              </a:rPr>
              <a:t>e</a:t>
            </a:r>
            <a:r>
              <a:rPr sz="2150" spc="-955" dirty="0" err="1">
                <a:solidFill>
                  <a:schemeClr val="bg1"/>
                </a:solidFill>
                <a:latin typeface="Arial Black"/>
                <a:cs typeface="Arial Black"/>
              </a:rPr>
              <a:t>tt</a:t>
            </a:r>
            <a:r>
              <a:rPr sz="2150" spc="-130" dirty="0" err="1">
                <a:solidFill>
                  <a:schemeClr val="bg1"/>
                </a:solidFill>
                <a:latin typeface="Arial Black"/>
                <a:cs typeface="Arial Black"/>
              </a:rPr>
              <a:t>t</a:t>
            </a:r>
            <a:r>
              <a:rPr sz="2150" spc="-720" dirty="0" err="1">
                <a:solidFill>
                  <a:schemeClr val="bg1"/>
                </a:solidFill>
                <a:latin typeface="Arial Black"/>
                <a:cs typeface="Arial Black"/>
              </a:rPr>
              <a:t>ii</a:t>
            </a:r>
            <a:r>
              <a:rPr sz="2150" spc="-140" dirty="0" err="1">
                <a:solidFill>
                  <a:schemeClr val="bg1"/>
                </a:solidFill>
                <a:latin typeface="Arial Black"/>
                <a:cs typeface="Arial Black"/>
              </a:rPr>
              <a:t>i</a:t>
            </a:r>
            <a:r>
              <a:rPr sz="2150" spc="-1320" dirty="0" err="1">
                <a:solidFill>
                  <a:schemeClr val="bg1"/>
                </a:solidFill>
                <a:latin typeface="Arial Black"/>
                <a:cs typeface="Arial Black"/>
              </a:rPr>
              <a:t>vv</a:t>
            </a:r>
            <a:r>
              <a:rPr sz="2150" spc="-155" dirty="0" err="1">
                <a:solidFill>
                  <a:schemeClr val="bg1"/>
                </a:solidFill>
                <a:latin typeface="Arial Black"/>
                <a:cs typeface="Arial Black"/>
              </a:rPr>
              <a:t>v</a:t>
            </a:r>
            <a:r>
              <a:rPr sz="2150" spc="-1440" dirty="0" err="1">
                <a:solidFill>
                  <a:schemeClr val="bg1"/>
                </a:solidFill>
                <a:latin typeface="Arial Black"/>
                <a:cs typeface="Arial Black"/>
              </a:rPr>
              <a:t>oo</a:t>
            </a:r>
            <a:r>
              <a:rPr sz="2150" spc="-135" dirty="0" err="1">
                <a:solidFill>
                  <a:schemeClr val="bg1"/>
                </a:solidFill>
                <a:latin typeface="Arial Black"/>
                <a:cs typeface="Arial Black"/>
              </a:rPr>
              <a:t>o</a:t>
            </a:r>
            <a:r>
              <a:rPr sz="2150" spc="-1320" dirty="0" err="1">
                <a:solidFill>
                  <a:schemeClr val="bg1"/>
                </a:solidFill>
                <a:latin typeface="Arial Black"/>
                <a:cs typeface="Arial Black"/>
              </a:rPr>
              <a:t>ss</a:t>
            </a:r>
            <a:r>
              <a:rPr sz="2150" spc="-40" dirty="0" err="1">
                <a:solidFill>
                  <a:schemeClr val="bg1"/>
                </a:solidFill>
                <a:latin typeface="Arial Black"/>
                <a:cs typeface="Arial Black"/>
              </a:rPr>
              <a:t>s</a:t>
            </a:r>
            <a:r>
              <a:rPr lang="es-ES" sz="2150" spc="-40" dirty="0">
                <a:solidFill>
                  <a:schemeClr val="bg1"/>
                </a:solidFill>
                <a:latin typeface="Arial Black"/>
                <a:cs typeface="Arial Black"/>
              </a:rPr>
              <a:t> Específicos</a:t>
            </a:r>
            <a:endParaRPr sz="21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F615A-D764-8D22-0B26-9C091C4D68B1}"/>
              </a:ext>
            </a:extLst>
          </p:cNvPr>
          <p:cNvSpPr txBox="1"/>
          <p:nvPr/>
        </p:nvSpPr>
        <p:spPr>
          <a:xfrm>
            <a:off x="349201" y="4989699"/>
            <a:ext cx="54118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Formular un modelo conceptual y conocimiento aplicado para guiar la implementación de automatización con IA en PYMES de Colombia.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47ACC-44B3-3C74-A1E2-2AECD588605D}"/>
              </a:ext>
            </a:extLst>
          </p:cNvPr>
          <p:cNvSpPr txBox="1"/>
          <p:nvPr/>
        </p:nvSpPr>
        <p:spPr>
          <a:xfrm>
            <a:off x="6780818" y="4794250"/>
            <a:ext cx="687511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Enfoque cuantitativo y descriptivo con diseño transversal.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Instrumento principal: cuestionario de percepción y adopción de IA en PYMES.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Análisis estadístico: pruebas t-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para diferencias de medias y chi-cuadrado para asociación entre variables categóricas.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Marco lógico para estructurar problemas y objetivos.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Revisión bibliográfica y análisis contextual basado en modelos del PMBOK 7ª edición.</a:t>
            </a:r>
          </a:p>
          <a:p>
            <a:br>
              <a:rPr lang="es-ES" dirty="0"/>
            </a:br>
            <a:endParaRPr lang="es-C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2053D-4538-72CA-26AC-D96B4FB35079}"/>
              </a:ext>
            </a:extLst>
          </p:cNvPr>
          <p:cNvSpPr txBox="1"/>
          <p:nvPr/>
        </p:nvSpPr>
        <p:spPr>
          <a:xfrm>
            <a:off x="753903" y="9014695"/>
            <a:ext cx="47156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Analizar nivel de madurez digital y grado de adopción de IA en procesos operativos y administrativos.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Identificar barreras y catalizadores de adopción tecnológica en el contexto colombiano.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Proponer recomendaciones estratégicas para una implementación exitosa y sostenible.</a:t>
            </a:r>
          </a:p>
          <a:p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3267BA-3FB1-21DA-F166-8242E1D31977}"/>
              </a:ext>
            </a:extLst>
          </p:cNvPr>
          <p:cNvSpPr txBox="1"/>
          <p:nvPr/>
        </p:nvSpPr>
        <p:spPr>
          <a:xfrm>
            <a:off x="1024982" y="13036736"/>
            <a:ext cx="123873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Propuesta de un modelo conceptual adaptado a las PYMES colombianas fundamentado en principios de gestión de proyectos (PMBOK 7).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63% de las PYMES en Colombia utilizan herramientas de IA, pero con adopción limitada en áreas estratégicas como análisis de datos y automatización integral.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Barreras principales: altos costos, escasez de talento calificado, resistencia cultural, falta de infraestructura y políticas claras.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Beneficios reportados: mejora de productividad (52%), ahorro de tiempo (58%), reducción de errores humanos (41%), mejores decisiones basadas en datos y optimización del servicio al cliente.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Recomendaciones: promoción de formalización empresarial, capacitación continua, uso de soluciones escalables y fortalecimiento de ciberseguridad.</a:t>
            </a:r>
          </a:p>
          <a:p>
            <a:br>
              <a:rPr lang="es-ES" dirty="0"/>
            </a:b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20F64-A88E-2CA8-A9A7-2D10268AE8AE}"/>
              </a:ext>
            </a:extLst>
          </p:cNvPr>
          <p:cNvSpPr txBox="1"/>
          <p:nvPr/>
        </p:nvSpPr>
        <p:spPr>
          <a:xfrm>
            <a:off x="1044032" y="16654040"/>
            <a:ext cx="123682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Existen oportunidades claras para reducir la brecha digital en PYMES mediante la adopción estratégica de 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 implementación exitosa puede fortalecer la competitividad, fomentar empleo de mayor valor agregado y contribuir al desarrollo sostenible.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 adopción tecnológica debe ir acompañada de estrategias culturales y organizacionales para superar resistencia y brechas de conocimiento.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El modelo propuesto es una herramienta útil para empresarios, formuladores de políticas y proveedores tecnológicos.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FD1BAA-1764-5EDA-FAEB-218F828D0ABA}"/>
              </a:ext>
            </a:extLst>
          </p:cNvPr>
          <p:cNvSpPr txBox="1"/>
          <p:nvPr/>
        </p:nvSpPr>
        <p:spPr>
          <a:xfrm>
            <a:off x="1166018" y="18959535"/>
            <a:ext cx="753983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Araneda, O. (2023). PMBOK 7ª Edición: Dominio de Desempeño los Interesados. </a:t>
            </a:r>
            <a:r>
              <a:rPr lang="es-CO" sz="1400" dirty="0" err="1">
                <a:latin typeface="Arial" panose="020B0604020202020204" pitchFamily="34" charset="0"/>
                <a:cs typeface="Arial" panose="020B0604020202020204" pitchFamily="34" charset="0"/>
              </a:rPr>
              <a:t>Atenos</a:t>
            </a: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GOM Network. (2025). </a:t>
            </a:r>
            <a:r>
              <a:rPr lang="es-CO" sz="1400" dirty="0" err="1">
                <a:latin typeface="Arial" panose="020B0604020202020204" pitchFamily="34" charset="0"/>
                <a:cs typeface="Arial" panose="020B0604020202020204" pitchFamily="34" charset="0"/>
              </a:rPr>
              <a:t>Ebook</a:t>
            </a: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 Guía de Inteligencia Artificial para </a:t>
            </a:r>
            <a:r>
              <a:rPr lang="es-CO" sz="1400" dirty="0" err="1">
                <a:latin typeface="Arial" panose="020B0604020202020204" pitchFamily="34" charset="0"/>
                <a:cs typeface="Arial" panose="020B0604020202020204" pitchFamily="34" charset="0"/>
              </a:rPr>
              <a:t>PYMEs</a:t>
            </a:r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 en Colombia.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 err="1"/>
              <a:t>iNNpulsa</a:t>
            </a:r>
            <a:r>
              <a:rPr lang="es-CO" sz="1400" dirty="0"/>
              <a:t>. (2024). Informe sobre la madurez digital en PYMES colombianas.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/>
              <a:t>Lozano, J. (2024). Estrategias para la implementación exitosa de automatización con 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7EB11B91BFC44B8642D14B149F7C6A" ma:contentTypeVersion="8" ma:contentTypeDescription="Crear nuevo documento." ma:contentTypeScope="" ma:versionID="9ea6af50991acd324a2ea946c40525eb">
  <xsd:schema xmlns:xsd="http://www.w3.org/2001/XMLSchema" xmlns:xs="http://www.w3.org/2001/XMLSchema" xmlns:p="http://schemas.microsoft.com/office/2006/metadata/properties" xmlns:ns2="328c60b8-ab37-402d-bab6-ffd39d88cfd3" targetNamespace="http://schemas.microsoft.com/office/2006/metadata/properties" ma:root="true" ma:fieldsID="388a39be49cc117abd2d6828630472c5" ns2:_="">
    <xsd:import namespace="328c60b8-ab37-402d-bab6-ffd39d88cf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8c60b8-ab37-402d-bab6-ffd39d88cf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F397D4-C742-405F-8852-7435FC060753}"/>
</file>

<file path=customXml/itemProps2.xml><?xml version="1.0" encoding="utf-8"?>
<ds:datastoreItem xmlns:ds="http://schemas.openxmlformats.org/officeDocument/2006/customXml" ds:itemID="{41FB8E19-29B6-4846-BEC1-E1C46B0C3113}"/>
</file>

<file path=customXml/itemProps3.xml><?xml version="1.0" encoding="utf-8"?>
<ds:datastoreItem xmlns:ds="http://schemas.openxmlformats.org/officeDocument/2006/customXml" ds:itemID="{958FB057-BEDB-4C9D-8138-EC9D7B67272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420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Office Theme</vt:lpstr>
      <vt:lpstr>INCIETEC 2025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Research Poster in Red and White Contemporary Style</dc:title>
  <dc:creator>Carolina Vergara</dc:creator>
  <cp:keywords>DAG19j1zulo,BAEb7yJOXQo,0</cp:keywords>
  <cp:lastModifiedBy>Camilo Andres Quintero Ruiz</cp:lastModifiedBy>
  <cp:revision>3</cp:revision>
  <dcterms:created xsi:type="dcterms:W3CDTF">2025-10-21T16:55:15Z</dcterms:created>
  <dcterms:modified xsi:type="dcterms:W3CDTF">2025-10-30T00:06:37Z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2025-10-19T00:00:00Z</vt:filetime>
  </property>
  <property fmtid="{D5CDD505-2E9C-101B-9397-08002B2CF9AE}" pid="3" name="Creator">
    <vt:lpwstr>Canva</vt:lpwstr>
  </property>
  <property fmtid="{D5CDD505-2E9C-101B-9397-08002B2CF9AE}" pid="4" name="LastSaved">
    <vt:filetime>2025-10-21T00:00:00Z</vt:filetime>
  </property>
  <property fmtid="{D5CDD505-2E9C-101B-9397-08002B2CF9AE}" pid="5" name="Producer">
    <vt:lpwstr>Canva</vt:lpwstr>
  </property>
  <property fmtid="{D5CDD505-2E9C-101B-9397-08002B2CF9AE}" pid="6" name="ContentTypeId">
    <vt:lpwstr>0x010100A67EB11B91BFC44B8642D14B149F7C6A</vt:lpwstr>
  </property>
</Properties>
</file>